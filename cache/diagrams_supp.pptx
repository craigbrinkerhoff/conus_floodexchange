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7" r:id="rId2"/>
    <p:sldId id="328" r:id="rId3"/>
    <p:sldId id="256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5F9A"/>
    <a:srgbClr val="A2D8F0"/>
    <a:srgbClr val="D6E8BA"/>
    <a:srgbClr val="DCE3BF"/>
    <a:srgbClr val="90A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F8DDC-5EE0-7BD8-7E79-971D07D657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4DED39-44A5-983B-DAA1-4E75442BE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1C846-9A07-E75D-90AA-63EC1718E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C2AF7-94DD-4150-820C-39029EB9E8B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004F1-481A-E009-6153-7C89C9C2F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B6D71-458D-C967-921C-5270F2F3E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02C03-8CA1-452B-9AA5-0BB73F369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372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85321-AC83-71B6-AAE2-808D6D366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26BB7-074A-F2E5-9B8A-24DC6EE33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787AB-4F22-C916-4E91-320D4FB2D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C2AF7-94DD-4150-820C-39029EB9E8B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DFDE5-0F0A-FB5F-B5F5-D75687AF7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1E547-1953-FCBC-CF87-4C1E44456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02C03-8CA1-452B-9AA5-0BB73F369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290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0E034-8682-B7A1-0586-B6FEF7BC7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8E5A9B-54F9-A1EC-EB09-A4C9FF1FE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482D0-3487-B050-827C-F9B9A989D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C2AF7-94DD-4150-820C-39029EB9E8B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C1D51-0816-96A2-4802-D673A54B4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01828-61E6-0930-72C4-F11394AC1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02C03-8CA1-452B-9AA5-0BB73F369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783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EF81D-147F-B442-8EC1-E8C8D1C06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8AF45-F439-FAB9-8216-986ED5F82F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1DB82F-8925-0FE1-D89C-02DD85FE4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FA277-54C3-63FD-AA46-0F72DCB69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C2AF7-94DD-4150-820C-39029EB9E8B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CEAE00-8487-5557-DFEE-E906358CA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E64B53-204E-73DB-8922-E53435A4B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02C03-8CA1-452B-9AA5-0BB73F369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3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3A8E0-0176-DB15-5203-28318F929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EEEF13-D6E5-40DF-DE10-3DA577DFF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AFBFEC-5C44-28C0-DA1C-A794A9D00F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3916F7-8515-C60D-122E-CB03292A47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E0BF7-A96F-25CE-D637-F51D35523F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F64FB8-A3E1-C05E-51AB-CE55D3840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C2AF7-94DD-4150-820C-39029EB9E8B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1BC708-9BC7-973B-F9FF-BDD9D908B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FD616E-641E-E7CC-9134-1FE329B1F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02C03-8CA1-452B-9AA5-0BB73F369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332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6DE18-7781-FAAA-54A1-5CFDEA3BC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731479-C608-CF84-F66C-B3ABFC349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C2AF7-94DD-4150-820C-39029EB9E8B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06B6A-A7A0-4D60-6750-9F5E1A6E3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C5A403-0CD4-519E-4EE8-51E44D5A7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02C03-8CA1-452B-9AA5-0BB73F369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282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98BC2A-218D-94F8-CE09-2D6AF57F0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C2AF7-94DD-4150-820C-39029EB9E8B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D52C4B-9E4D-319F-4738-CAA7EBC33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D902B-4726-46FB-D01F-3CEACC74F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02C03-8CA1-452B-9AA5-0BB73F369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23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BF13A-8D12-1006-71E1-2CB84C049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B1B2C-31F6-A07B-12A7-9646F8467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323B0-B21D-84F8-71D8-02743910B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012677-4F91-D062-3B67-E36147523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C2AF7-94DD-4150-820C-39029EB9E8B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C04BC-5B90-9996-5BF2-5D36B2878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78419C-1C62-FD58-2C0C-232650FBB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02C03-8CA1-452B-9AA5-0BB73F369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14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40D81-3514-3039-862A-5ACF19262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90E3D6-B357-4284-977F-5D7C4DE099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58486-0163-D082-0FB2-12DDFAF340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7F729E-BE4E-4CD2-80E0-D762B0B80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C2AF7-94DD-4150-820C-39029EB9E8B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204941-3F47-24DF-8413-98188D640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DBC207-4C00-867C-345C-2CF216CF9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02C03-8CA1-452B-9AA5-0BB73F369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523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64E74-4FC5-42C5-49B4-67C81A094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4E3017-D082-A73F-F700-EFFAEA0B26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38764-D341-D68A-E825-FE49D3AA4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C2AF7-94DD-4150-820C-39029EB9E8B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0BE8A-3C8D-AAFA-56AA-3946937CC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2264F-A648-2D68-7F32-15BEE8FCB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02C03-8CA1-452B-9AA5-0BB73F369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86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9DD380-910A-A97C-FF35-330553A518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151EB4-EA97-B26D-CC04-5B73D82AB6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92DBE-203E-3ED9-FA35-2CE20E7F3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C2AF7-94DD-4150-820C-39029EB9E8B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A45D3-4C0A-6649-244E-13CBFADF0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C3351-2E65-CD6D-533F-CD8088795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02C03-8CA1-452B-9AA5-0BB73F369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103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142B8A-98AF-98E7-68B7-232C7BC41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D286D-EC80-D4C9-D328-7016E0226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9F456-FE4D-9A21-FFD8-964B4A76CF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CC2AF7-94DD-4150-820C-39029EB9E8B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B631F-F5C6-D03E-C970-9C9EAF6961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95401-B2EA-2A5C-BD94-18BD426896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D02C03-8CA1-452B-9AA5-0BB73F369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78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48D02AC-6EA9-163B-B909-23AE72B561A9}"/>
              </a:ext>
            </a:extLst>
          </p:cNvPr>
          <p:cNvSpPr/>
          <p:nvPr/>
        </p:nvSpPr>
        <p:spPr>
          <a:xfrm>
            <a:off x="3038475" y="2576513"/>
            <a:ext cx="2328863" cy="471487"/>
          </a:xfrm>
          <a:custGeom>
            <a:avLst/>
            <a:gdLst>
              <a:gd name="connsiteX0" fmla="*/ 2328863 w 2328863"/>
              <a:gd name="connsiteY0" fmla="*/ 319087 h 471487"/>
              <a:gd name="connsiteX1" fmla="*/ 2328863 w 2328863"/>
              <a:gd name="connsiteY1" fmla="*/ 471487 h 471487"/>
              <a:gd name="connsiteX2" fmla="*/ 0 w 2328863"/>
              <a:gd name="connsiteY2" fmla="*/ 471487 h 471487"/>
              <a:gd name="connsiteX3" fmla="*/ 0 w 2328863"/>
              <a:gd name="connsiteY3" fmla="*/ 300037 h 471487"/>
              <a:gd name="connsiteX4" fmla="*/ 138113 w 2328863"/>
              <a:gd name="connsiteY4" fmla="*/ 309562 h 471487"/>
              <a:gd name="connsiteX5" fmla="*/ 261938 w 2328863"/>
              <a:gd name="connsiteY5" fmla="*/ 228600 h 471487"/>
              <a:gd name="connsiteX6" fmla="*/ 400050 w 2328863"/>
              <a:gd name="connsiteY6" fmla="*/ 23812 h 471487"/>
              <a:gd name="connsiteX7" fmla="*/ 414338 w 2328863"/>
              <a:gd name="connsiteY7" fmla="*/ 0 h 471487"/>
              <a:gd name="connsiteX8" fmla="*/ 1466850 w 2328863"/>
              <a:gd name="connsiteY8" fmla="*/ 0 h 471487"/>
              <a:gd name="connsiteX9" fmla="*/ 1576388 w 2328863"/>
              <a:gd name="connsiteY9" fmla="*/ 133350 h 471487"/>
              <a:gd name="connsiteX10" fmla="*/ 1662113 w 2328863"/>
              <a:gd name="connsiteY10" fmla="*/ 204787 h 471487"/>
              <a:gd name="connsiteX11" fmla="*/ 1785938 w 2328863"/>
              <a:gd name="connsiteY11" fmla="*/ 280987 h 471487"/>
              <a:gd name="connsiteX12" fmla="*/ 1985963 w 2328863"/>
              <a:gd name="connsiteY12" fmla="*/ 328612 h 471487"/>
              <a:gd name="connsiteX13" fmla="*/ 2157413 w 2328863"/>
              <a:gd name="connsiteY13" fmla="*/ 333375 h 471487"/>
              <a:gd name="connsiteX14" fmla="*/ 2224088 w 2328863"/>
              <a:gd name="connsiteY14" fmla="*/ 338137 h 471487"/>
              <a:gd name="connsiteX15" fmla="*/ 2328863 w 2328863"/>
              <a:gd name="connsiteY15" fmla="*/ 319087 h 471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28863" h="471487">
                <a:moveTo>
                  <a:pt x="2328863" y="319087"/>
                </a:moveTo>
                <a:lnTo>
                  <a:pt x="2328863" y="471487"/>
                </a:lnTo>
                <a:lnTo>
                  <a:pt x="0" y="471487"/>
                </a:lnTo>
                <a:lnTo>
                  <a:pt x="0" y="300037"/>
                </a:lnTo>
                <a:lnTo>
                  <a:pt x="138113" y="309562"/>
                </a:lnTo>
                <a:lnTo>
                  <a:pt x="261938" y="228600"/>
                </a:lnTo>
                <a:lnTo>
                  <a:pt x="400050" y="23812"/>
                </a:lnTo>
                <a:lnTo>
                  <a:pt x="414338" y="0"/>
                </a:lnTo>
                <a:lnTo>
                  <a:pt x="1466850" y="0"/>
                </a:lnTo>
                <a:lnTo>
                  <a:pt x="1576388" y="133350"/>
                </a:lnTo>
                <a:lnTo>
                  <a:pt x="1662113" y="204787"/>
                </a:lnTo>
                <a:lnTo>
                  <a:pt x="1785938" y="280987"/>
                </a:lnTo>
                <a:lnTo>
                  <a:pt x="1985963" y="328612"/>
                </a:lnTo>
                <a:lnTo>
                  <a:pt x="2157413" y="333375"/>
                </a:lnTo>
                <a:lnTo>
                  <a:pt x="2224088" y="338137"/>
                </a:lnTo>
                <a:lnTo>
                  <a:pt x="2328863" y="319087"/>
                </a:lnTo>
                <a:close/>
              </a:path>
            </a:pathLst>
          </a:custGeom>
          <a:solidFill>
            <a:srgbClr val="215F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78CD1FFE-7335-8E3D-07F8-BD697D57E4B3}"/>
              </a:ext>
            </a:extLst>
          </p:cNvPr>
          <p:cNvSpPr/>
          <p:nvPr/>
        </p:nvSpPr>
        <p:spPr>
          <a:xfrm>
            <a:off x="5998859" y="2116334"/>
            <a:ext cx="1041400" cy="1012372"/>
          </a:xfrm>
          <a:custGeom>
            <a:avLst/>
            <a:gdLst>
              <a:gd name="connsiteX0" fmla="*/ 0 w 1041400"/>
              <a:gd name="connsiteY0" fmla="*/ 27214 h 1034143"/>
              <a:gd name="connsiteX1" fmla="*/ 437243 w 1041400"/>
              <a:gd name="connsiteY1" fmla="*/ 0 h 1034143"/>
              <a:gd name="connsiteX2" fmla="*/ 1030514 w 1041400"/>
              <a:gd name="connsiteY2" fmla="*/ 538843 h 1034143"/>
              <a:gd name="connsiteX3" fmla="*/ 1032328 w 1041400"/>
              <a:gd name="connsiteY3" fmla="*/ 555172 h 1034143"/>
              <a:gd name="connsiteX4" fmla="*/ 1041400 w 1041400"/>
              <a:gd name="connsiteY4" fmla="*/ 885372 h 1034143"/>
              <a:gd name="connsiteX5" fmla="*/ 1006928 w 1041400"/>
              <a:gd name="connsiteY5" fmla="*/ 919843 h 1034143"/>
              <a:gd name="connsiteX6" fmla="*/ 1001485 w 1041400"/>
              <a:gd name="connsiteY6" fmla="*/ 957943 h 1034143"/>
              <a:gd name="connsiteX7" fmla="*/ 1028700 w 1041400"/>
              <a:gd name="connsiteY7" fmla="*/ 1034143 h 1034143"/>
              <a:gd name="connsiteX8" fmla="*/ 575128 w 1041400"/>
              <a:gd name="connsiteY8" fmla="*/ 1019629 h 1034143"/>
              <a:gd name="connsiteX9" fmla="*/ 566057 w 1041400"/>
              <a:gd name="connsiteY9" fmla="*/ 794657 h 1034143"/>
              <a:gd name="connsiteX10" fmla="*/ 560614 w 1041400"/>
              <a:gd name="connsiteY10" fmla="*/ 537029 h 1034143"/>
              <a:gd name="connsiteX11" fmla="*/ 0 w 1041400"/>
              <a:gd name="connsiteY11" fmla="*/ 27214 h 1034143"/>
              <a:gd name="connsiteX0" fmla="*/ 0 w 1041400"/>
              <a:gd name="connsiteY0" fmla="*/ 5443 h 1012372"/>
              <a:gd name="connsiteX1" fmla="*/ 469900 w 1041400"/>
              <a:gd name="connsiteY1" fmla="*/ 0 h 1012372"/>
              <a:gd name="connsiteX2" fmla="*/ 1030514 w 1041400"/>
              <a:gd name="connsiteY2" fmla="*/ 517072 h 1012372"/>
              <a:gd name="connsiteX3" fmla="*/ 1032328 w 1041400"/>
              <a:gd name="connsiteY3" fmla="*/ 533401 h 1012372"/>
              <a:gd name="connsiteX4" fmla="*/ 1041400 w 1041400"/>
              <a:gd name="connsiteY4" fmla="*/ 863601 h 1012372"/>
              <a:gd name="connsiteX5" fmla="*/ 1006928 w 1041400"/>
              <a:gd name="connsiteY5" fmla="*/ 898072 h 1012372"/>
              <a:gd name="connsiteX6" fmla="*/ 1001485 w 1041400"/>
              <a:gd name="connsiteY6" fmla="*/ 936172 h 1012372"/>
              <a:gd name="connsiteX7" fmla="*/ 1028700 w 1041400"/>
              <a:gd name="connsiteY7" fmla="*/ 1012372 h 1012372"/>
              <a:gd name="connsiteX8" fmla="*/ 575128 w 1041400"/>
              <a:gd name="connsiteY8" fmla="*/ 997858 h 1012372"/>
              <a:gd name="connsiteX9" fmla="*/ 566057 w 1041400"/>
              <a:gd name="connsiteY9" fmla="*/ 772886 h 1012372"/>
              <a:gd name="connsiteX10" fmla="*/ 560614 w 1041400"/>
              <a:gd name="connsiteY10" fmla="*/ 515258 h 1012372"/>
              <a:gd name="connsiteX11" fmla="*/ 0 w 1041400"/>
              <a:gd name="connsiteY11" fmla="*/ 5443 h 1012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41400" h="1012372">
                <a:moveTo>
                  <a:pt x="0" y="5443"/>
                </a:moveTo>
                <a:lnTo>
                  <a:pt x="469900" y="0"/>
                </a:lnTo>
                <a:lnTo>
                  <a:pt x="1030514" y="517072"/>
                </a:lnTo>
                <a:lnTo>
                  <a:pt x="1032328" y="533401"/>
                </a:lnTo>
                <a:lnTo>
                  <a:pt x="1041400" y="863601"/>
                </a:lnTo>
                <a:lnTo>
                  <a:pt x="1006928" y="898072"/>
                </a:lnTo>
                <a:lnTo>
                  <a:pt x="1001485" y="936172"/>
                </a:lnTo>
                <a:lnTo>
                  <a:pt x="1028700" y="1012372"/>
                </a:lnTo>
                <a:lnTo>
                  <a:pt x="575128" y="997858"/>
                </a:lnTo>
                <a:lnTo>
                  <a:pt x="566057" y="772886"/>
                </a:lnTo>
                <a:lnTo>
                  <a:pt x="560614" y="515258"/>
                </a:lnTo>
                <a:lnTo>
                  <a:pt x="0" y="5443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3F88FD1B-4243-3042-0598-B030DD97146D}"/>
              </a:ext>
            </a:extLst>
          </p:cNvPr>
          <p:cNvSpPr/>
          <p:nvPr/>
        </p:nvSpPr>
        <p:spPr>
          <a:xfrm>
            <a:off x="5964041" y="2463647"/>
            <a:ext cx="2117271" cy="740228"/>
          </a:xfrm>
          <a:custGeom>
            <a:avLst/>
            <a:gdLst>
              <a:gd name="connsiteX0" fmla="*/ 0 w 2113643"/>
              <a:gd name="connsiteY0" fmla="*/ 0 h 716643"/>
              <a:gd name="connsiteX1" fmla="*/ 0 w 2113643"/>
              <a:gd name="connsiteY1" fmla="*/ 716643 h 716643"/>
              <a:gd name="connsiteX2" fmla="*/ 2113643 w 2113643"/>
              <a:gd name="connsiteY2" fmla="*/ 716643 h 716643"/>
              <a:gd name="connsiteX3" fmla="*/ 2113643 w 2113643"/>
              <a:gd name="connsiteY3" fmla="*/ 146957 h 716643"/>
              <a:gd name="connsiteX4" fmla="*/ 2021114 w 2113643"/>
              <a:gd name="connsiteY4" fmla="*/ 243114 h 716643"/>
              <a:gd name="connsiteX5" fmla="*/ 1877786 w 2113643"/>
              <a:gd name="connsiteY5" fmla="*/ 332014 h 716643"/>
              <a:gd name="connsiteX6" fmla="*/ 1661886 w 2113643"/>
              <a:gd name="connsiteY6" fmla="*/ 428172 h 716643"/>
              <a:gd name="connsiteX7" fmla="*/ 1551214 w 2113643"/>
              <a:gd name="connsiteY7" fmla="*/ 460829 h 716643"/>
              <a:gd name="connsiteX8" fmla="*/ 1445986 w 2113643"/>
              <a:gd name="connsiteY8" fmla="*/ 482600 h 716643"/>
              <a:gd name="connsiteX9" fmla="*/ 1306286 w 2113643"/>
              <a:gd name="connsiteY9" fmla="*/ 491672 h 716643"/>
              <a:gd name="connsiteX10" fmla="*/ 1211943 w 2113643"/>
              <a:gd name="connsiteY10" fmla="*/ 491672 h 716643"/>
              <a:gd name="connsiteX11" fmla="*/ 1137557 w 2113643"/>
              <a:gd name="connsiteY11" fmla="*/ 498929 h 716643"/>
              <a:gd name="connsiteX12" fmla="*/ 1088572 w 2113643"/>
              <a:gd name="connsiteY12" fmla="*/ 498929 h 716643"/>
              <a:gd name="connsiteX13" fmla="*/ 1059543 w 2113643"/>
              <a:gd name="connsiteY13" fmla="*/ 518886 h 716643"/>
              <a:gd name="connsiteX14" fmla="*/ 1037772 w 2113643"/>
              <a:gd name="connsiteY14" fmla="*/ 567872 h 716643"/>
              <a:gd name="connsiteX15" fmla="*/ 1037772 w 2113643"/>
              <a:gd name="connsiteY15" fmla="*/ 578757 h 716643"/>
              <a:gd name="connsiteX16" fmla="*/ 959757 w 2113643"/>
              <a:gd name="connsiteY16" fmla="*/ 593272 h 716643"/>
              <a:gd name="connsiteX17" fmla="*/ 847272 w 2113643"/>
              <a:gd name="connsiteY17" fmla="*/ 595086 h 716643"/>
              <a:gd name="connsiteX18" fmla="*/ 772886 w 2113643"/>
              <a:gd name="connsiteY18" fmla="*/ 587829 h 716643"/>
              <a:gd name="connsiteX19" fmla="*/ 698500 w 2113643"/>
              <a:gd name="connsiteY19" fmla="*/ 558800 h 716643"/>
              <a:gd name="connsiteX20" fmla="*/ 640443 w 2113643"/>
              <a:gd name="connsiteY20" fmla="*/ 527957 h 716643"/>
              <a:gd name="connsiteX21" fmla="*/ 624114 w 2113643"/>
              <a:gd name="connsiteY21" fmla="*/ 475343 h 716643"/>
              <a:gd name="connsiteX22" fmla="*/ 625929 w 2113643"/>
              <a:gd name="connsiteY22" fmla="*/ 413657 h 716643"/>
              <a:gd name="connsiteX23" fmla="*/ 553357 w 2113643"/>
              <a:gd name="connsiteY23" fmla="*/ 424543 h 716643"/>
              <a:gd name="connsiteX24" fmla="*/ 364672 w 2113643"/>
              <a:gd name="connsiteY24" fmla="*/ 439057 h 716643"/>
              <a:gd name="connsiteX25" fmla="*/ 266700 w 2113643"/>
              <a:gd name="connsiteY25" fmla="*/ 273957 h 716643"/>
              <a:gd name="connsiteX26" fmla="*/ 221343 w 2113643"/>
              <a:gd name="connsiteY26" fmla="*/ 136072 h 716643"/>
              <a:gd name="connsiteX27" fmla="*/ 156029 w 2113643"/>
              <a:gd name="connsiteY27" fmla="*/ 18143 h 716643"/>
              <a:gd name="connsiteX28" fmla="*/ 87086 w 2113643"/>
              <a:gd name="connsiteY28" fmla="*/ 5443 h 716643"/>
              <a:gd name="connsiteX29" fmla="*/ 0 w 2113643"/>
              <a:gd name="connsiteY29" fmla="*/ 0 h 716643"/>
              <a:gd name="connsiteX0" fmla="*/ 0 w 2113643"/>
              <a:gd name="connsiteY0" fmla="*/ 0 h 716643"/>
              <a:gd name="connsiteX1" fmla="*/ 0 w 2113643"/>
              <a:gd name="connsiteY1" fmla="*/ 716643 h 716643"/>
              <a:gd name="connsiteX2" fmla="*/ 2113643 w 2113643"/>
              <a:gd name="connsiteY2" fmla="*/ 716643 h 716643"/>
              <a:gd name="connsiteX3" fmla="*/ 2113643 w 2113643"/>
              <a:gd name="connsiteY3" fmla="*/ 146957 h 716643"/>
              <a:gd name="connsiteX4" fmla="*/ 2021114 w 2113643"/>
              <a:gd name="connsiteY4" fmla="*/ 243114 h 716643"/>
              <a:gd name="connsiteX5" fmla="*/ 1877786 w 2113643"/>
              <a:gd name="connsiteY5" fmla="*/ 332014 h 716643"/>
              <a:gd name="connsiteX6" fmla="*/ 1661886 w 2113643"/>
              <a:gd name="connsiteY6" fmla="*/ 428172 h 716643"/>
              <a:gd name="connsiteX7" fmla="*/ 1551214 w 2113643"/>
              <a:gd name="connsiteY7" fmla="*/ 460829 h 716643"/>
              <a:gd name="connsiteX8" fmla="*/ 1445986 w 2113643"/>
              <a:gd name="connsiteY8" fmla="*/ 482600 h 716643"/>
              <a:gd name="connsiteX9" fmla="*/ 1306286 w 2113643"/>
              <a:gd name="connsiteY9" fmla="*/ 491672 h 716643"/>
              <a:gd name="connsiteX10" fmla="*/ 1211943 w 2113643"/>
              <a:gd name="connsiteY10" fmla="*/ 491672 h 716643"/>
              <a:gd name="connsiteX11" fmla="*/ 1137557 w 2113643"/>
              <a:gd name="connsiteY11" fmla="*/ 498929 h 716643"/>
              <a:gd name="connsiteX12" fmla="*/ 1084944 w 2113643"/>
              <a:gd name="connsiteY12" fmla="*/ 402772 h 716643"/>
              <a:gd name="connsiteX13" fmla="*/ 1059543 w 2113643"/>
              <a:gd name="connsiteY13" fmla="*/ 518886 h 716643"/>
              <a:gd name="connsiteX14" fmla="*/ 1037772 w 2113643"/>
              <a:gd name="connsiteY14" fmla="*/ 567872 h 716643"/>
              <a:gd name="connsiteX15" fmla="*/ 1037772 w 2113643"/>
              <a:gd name="connsiteY15" fmla="*/ 578757 h 716643"/>
              <a:gd name="connsiteX16" fmla="*/ 959757 w 2113643"/>
              <a:gd name="connsiteY16" fmla="*/ 593272 h 716643"/>
              <a:gd name="connsiteX17" fmla="*/ 847272 w 2113643"/>
              <a:gd name="connsiteY17" fmla="*/ 595086 h 716643"/>
              <a:gd name="connsiteX18" fmla="*/ 772886 w 2113643"/>
              <a:gd name="connsiteY18" fmla="*/ 587829 h 716643"/>
              <a:gd name="connsiteX19" fmla="*/ 698500 w 2113643"/>
              <a:gd name="connsiteY19" fmla="*/ 558800 h 716643"/>
              <a:gd name="connsiteX20" fmla="*/ 640443 w 2113643"/>
              <a:gd name="connsiteY20" fmla="*/ 527957 h 716643"/>
              <a:gd name="connsiteX21" fmla="*/ 624114 w 2113643"/>
              <a:gd name="connsiteY21" fmla="*/ 475343 h 716643"/>
              <a:gd name="connsiteX22" fmla="*/ 625929 w 2113643"/>
              <a:gd name="connsiteY22" fmla="*/ 413657 h 716643"/>
              <a:gd name="connsiteX23" fmla="*/ 553357 w 2113643"/>
              <a:gd name="connsiteY23" fmla="*/ 424543 h 716643"/>
              <a:gd name="connsiteX24" fmla="*/ 364672 w 2113643"/>
              <a:gd name="connsiteY24" fmla="*/ 439057 h 716643"/>
              <a:gd name="connsiteX25" fmla="*/ 266700 w 2113643"/>
              <a:gd name="connsiteY25" fmla="*/ 273957 h 716643"/>
              <a:gd name="connsiteX26" fmla="*/ 221343 w 2113643"/>
              <a:gd name="connsiteY26" fmla="*/ 136072 h 716643"/>
              <a:gd name="connsiteX27" fmla="*/ 156029 w 2113643"/>
              <a:gd name="connsiteY27" fmla="*/ 18143 h 716643"/>
              <a:gd name="connsiteX28" fmla="*/ 87086 w 2113643"/>
              <a:gd name="connsiteY28" fmla="*/ 5443 h 716643"/>
              <a:gd name="connsiteX29" fmla="*/ 0 w 2113643"/>
              <a:gd name="connsiteY29" fmla="*/ 0 h 716643"/>
              <a:gd name="connsiteX0" fmla="*/ 0 w 2113643"/>
              <a:gd name="connsiteY0" fmla="*/ 0 h 716643"/>
              <a:gd name="connsiteX1" fmla="*/ 0 w 2113643"/>
              <a:gd name="connsiteY1" fmla="*/ 716643 h 716643"/>
              <a:gd name="connsiteX2" fmla="*/ 2113643 w 2113643"/>
              <a:gd name="connsiteY2" fmla="*/ 716643 h 716643"/>
              <a:gd name="connsiteX3" fmla="*/ 2113643 w 2113643"/>
              <a:gd name="connsiteY3" fmla="*/ 146957 h 716643"/>
              <a:gd name="connsiteX4" fmla="*/ 2021114 w 2113643"/>
              <a:gd name="connsiteY4" fmla="*/ 243114 h 716643"/>
              <a:gd name="connsiteX5" fmla="*/ 1877786 w 2113643"/>
              <a:gd name="connsiteY5" fmla="*/ 332014 h 716643"/>
              <a:gd name="connsiteX6" fmla="*/ 1661886 w 2113643"/>
              <a:gd name="connsiteY6" fmla="*/ 428172 h 716643"/>
              <a:gd name="connsiteX7" fmla="*/ 1551214 w 2113643"/>
              <a:gd name="connsiteY7" fmla="*/ 460829 h 716643"/>
              <a:gd name="connsiteX8" fmla="*/ 1445986 w 2113643"/>
              <a:gd name="connsiteY8" fmla="*/ 482600 h 716643"/>
              <a:gd name="connsiteX9" fmla="*/ 1306286 w 2113643"/>
              <a:gd name="connsiteY9" fmla="*/ 491672 h 716643"/>
              <a:gd name="connsiteX10" fmla="*/ 1211943 w 2113643"/>
              <a:gd name="connsiteY10" fmla="*/ 491672 h 716643"/>
              <a:gd name="connsiteX11" fmla="*/ 1144330 w 2113643"/>
              <a:gd name="connsiteY11" fmla="*/ 415396 h 716643"/>
              <a:gd name="connsiteX12" fmla="*/ 1137557 w 2113643"/>
              <a:gd name="connsiteY12" fmla="*/ 498929 h 716643"/>
              <a:gd name="connsiteX13" fmla="*/ 1084944 w 2113643"/>
              <a:gd name="connsiteY13" fmla="*/ 402772 h 716643"/>
              <a:gd name="connsiteX14" fmla="*/ 1059543 w 2113643"/>
              <a:gd name="connsiteY14" fmla="*/ 518886 h 716643"/>
              <a:gd name="connsiteX15" fmla="*/ 1037772 w 2113643"/>
              <a:gd name="connsiteY15" fmla="*/ 567872 h 716643"/>
              <a:gd name="connsiteX16" fmla="*/ 1037772 w 2113643"/>
              <a:gd name="connsiteY16" fmla="*/ 578757 h 716643"/>
              <a:gd name="connsiteX17" fmla="*/ 959757 w 2113643"/>
              <a:gd name="connsiteY17" fmla="*/ 593272 h 716643"/>
              <a:gd name="connsiteX18" fmla="*/ 847272 w 2113643"/>
              <a:gd name="connsiteY18" fmla="*/ 595086 h 716643"/>
              <a:gd name="connsiteX19" fmla="*/ 772886 w 2113643"/>
              <a:gd name="connsiteY19" fmla="*/ 587829 h 716643"/>
              <a:gd name="connsiteX20" fmla="*/ 698500 w 2113643"/>
              <a:gd name="connsiteY20" fmla="*/ 558800 h 716643"/>
              <a:gd name="connsiteX21" fmla="*/ 640443 w 2113643"/>
              <a:gd name="connsiteY21" fmla="*/ 527957 h 716643"/>
              <a:gd name="connsiteX22" fmla="*/ 624114 w 2113643"/>
              <a:gd name="connsiteY22" fmla="*/ 475343 h 716643"/>
              <a:gd name="connsiteX23" fmla="*/ 625929 w 2113643"/>
              <a:gd name="connsiteY23" fmla="*/ 413657 h 716643"/>
              <a:gd name="connsiteX24" fmla="*/ 553357 w 2113643"/>
              <a:gd name="connsiteY24" fmla="*/ 424543 h 716643"/>
              <a:gd name="connsiteX25" fmla="*/ 364672 w 2113643"/>
              <a:gd name="connsiteY25" fmla="*/ 439057 h 716643"/>
              <a:gd name="connsiteX26" fmla="*/ 266700 w 2113643"/>
              <a:gd name="connsiteY26" fmla="*/ 273957 h 716643"/>
              <a:gd name="connsiteX27" fmla="*/ 221343 w 2113643"/>
              <a:gd name="connsiteY27" fmla="*/ 136072 h 716643"/>
              <a:gd name="connsiteX28" fmla="*/ 156029 w 2113643"/>
              <a:gd name="connsiteY28" fmla="*/ 18143 h 716643"/>
              <a:gd name="connsiteX29" fmla="*/ 87086 w 2113643"/>
              <a:gd name="connsiteY29" fmla="*/ 5443 h 716643"/>
              <a:gd name="connsiteX30" fmla="*/ 0 w 2113643"/>
              <a:gd name="connsiteY30" fmla="*/ 0 h 716643"/>
              <a:gd name="connsiteX0" fmla="*/ 0 w 2113643"/>
              <a:gd name="connsiteY0" fmla="*/ 0 h 716643"/>
              <a:gd name="connsiteX1" fmla="*/ 0 w 2113643"/>
              <a:gd name="connsiteY1" fmla="*/ 716643 h 716643"/>
              <a:gd name="connsiteX2" fmla="*/ 2113643 w 2113643"/>
              <a:gd name="connsiteY2" fmla="*/ 716643 h 716643"/>
              <a:gd name="connsiteX3" fmla="*/ 2113643 w 2113643"/>
              <a:gd name="connsiteY3" fmla="*/ 146957 h 716643"/>
              <a:gd name="connsiteX4" fmla="*/ 2021114 w 2113643"/>
              <a:gd name="connsiteY4" fmla="*/ 243114 h 716643"/>
              <a:gd name="connsiteX5" fmla="*/ 1877786 w 2113643"/>
              <a:gd name="connsiteY5" fmla="*/ 332014 h 716643"/>
              <a:gd name="connsiteX6" fmla="*/ 1661886 w 2113643"/>
              <a:gd name="connsiteY6" fmla="*/ 428172 h 716643"/>
              <a:gd name="connsiteX7" fmla="*/ 1551214 w 2113643"/>
              <a:gd name="connsiteY7" fmla="*/ 460829 h 716643"/>
              <a:gd name="connsiteX8" fmla="*/ 1445986 w 2113643"/>
              <a:gd name="connsiteY8" fmla="*/ 482600 h 716643"/>
              <a:gd name="connsiteX9" fmla="*/ 1306286 w 2113643"/>
              <a:gd name="connsiteY9" fmla="*/ 491672 h 716643"/>
              <a:gd name="connsiteX10" fmla="*/ 1211943 w 2113643"/>
              <a:gd name="connsiteY10" fmla="*/ 491672 h 716643"/>
              <a:gd name="connsiteX11" fmla="*/ 1144330 w 2113643"/>
              <a:gd name="connsiteY11" fmla="*/ 415396 h 716643"/>
              <a:gd name="connsiteX12" fmla="*/ 1139371 w 2113643"/>
              <a:gd name="connsiteY12" fmla="*/ 350157 h 716643"/>
              <a:gd name="connsiteX13" fmla="*/ 1084944 w 2113643"/>
              <a:gd name="connsiteY13" fmla="*/ 402772 h 716643"/>
              <a:gd name="connsiteX14" fmla="*/ 1059543 w 2113643"/>
              <a:gd name="connsiteY14" fmla="*/ 518886 h 716643"/>
              <a:gd name="connsiteX15" fmla="*/ 1037772 w 2113643"/>
              <a:gd name="connsiteY15" fmla="*/ 567872 h 716643"/>
              <a:gd name="connsiteX16" fmla="*/ 1037772 w 2113643"/>
              <a:gd name="connsiteY16" fmla="*/ 578757 h 716643"/>
              <a:gd name="connsiteX17" fmla="*/ 959757 w 2113643"/>
              <a:gd name="connsiteY17" fmla="*/ 593272 h 716643"/>
              <a:gd name="connsiteX18" fmla="*/ 847272 w 2113643"/>
              <a:gd name="connsiteY18" fmla="*/ 595086 h 716643"/>
              <a:gd name="connsiteX19" fmla="*/ 772886 w 2113643"/>
              <a:gd name="connsiteY19" fmla="*/ 587829 h 716643"/>
              <a:gd name="connsiteX20" fmla="*/ 698500 w 2113643"/>
              <a:gd name="connsiteY20" fmla="*/ 558800 h 716643"/>
              <a:gd name="connsiteX21" fmla="*/ 640443 w 2113643"/>
              <a:gd name="connsiteY21" fmla="*/ 527957 h 716643"/>
              <a:gd name="connsiteX22" fmla="*/ 624114 w 2113643"/>
              <a:gd name="connsiteY22" fmla="*/ 475343 h 716643"/>
              <a:gd name="connsiteX23" fmla="*/ 625929 w 2113643"/>
              <a:gd name="connsiteY23" fmla="*/ 413657 h 716643"/>
              <a:gd name="connsiteX24" fmla="*/ 553357 w 2113643"/>
              <a:gd name="connsiteY24" fmla="*/ 424543 h 716643"/>
              <a:gd name="connsiteX25" fmla="*/ 364672 w 2113643"/>
              <a:gd name="connsiteY25" fmla="*/ 439057 h 716643"/>
              <a:gd name="connsiteX26" fmla="*/ 266700 w 2113643"/>
              <a:gd name="connsiteY26" fmla="*/ 273957 h 716643"/>
              <a:gd name="connsiteX27" fmla="*/ 221343 w 2113643"/>
              <a:gd name="connsiteY27" fmla="*/ 136072 h 716643"/>
              <a:gd name="connsiteX28" fmla="*/ 156029 w 2113643"/>
              <a:gd name="connsiteY28" fmla="*/ 18143 h 716643"/>
              <a:gd name="connsiteX29" fmla="*/ 87086 w 2113643"/>
              <a:gd name="connsiteY29" fmla="*/ 5443 h 716643"/>
              <a:gd name="connsiteX30" fmla="*/ 0 w 2113643"/>
              <a:gd name="connsiteY30" fmla="*/ 0 h 716643"/>
              <a:gd name="connsiteX0" fmla="*/ 0 w 2113643"/>
              <a:gd name="connsiteY0" fmla="*/ 0 h 716643"/>
              <a:gd name="connsiteX1" fmla="*/ 0 w 2113643"/>
              <a:gd name="connsiteY1" fmla="*/ 716643 h 716643"/>
              <a:gd name="connsiteX2" fmla="*/ 2113643 w 2113643"/>
              <a:gd name="connsiteY2" fmla="*/ 716643 h 716643"/>
              <a:gd name="connsiteX3" fmla="*/ 2113643 w 2113643"/>
              <a:gd name="connsiteY3" fmla="*/ 146957 h 716643"/>
              <a:gd name="connsiteX4" fmla="*/ 2021114 w 2113643"/>
              <a:gd name="connsiteY4" fmla="*/ 243114 h 716643"/>
              <a:gd name="connsiteX5" fmla="*/ 1877786 w 2113643"/>
              <a:gd name="connsiteY5" fmla="*/ 332014 h 716643"/>
              <a:gd name="connsiteX6" fmla="*/ 1661886 w 2113643"/>
              <a:gd name="connsiteY6" fmla="*/ 428172 h 716643"/>
              <a:gd name="connsiteX7" fmla="*/ 1551214 w 2113643"/>
              <a:gd name="connsiteY7" fmla="*/ 460829 h 716643"/>
              <a:gd name="connsiteX8" fmla="*/ 1445986 w 2113643"/>
              <a:gd name="connsiteY8" fmla="*/ 482600 h 716643"/>
              <a:gd name="connsiteX9" fmla="*/ 1306286 w 2113643"/>
              <a:gd name="connsiteY9" fmla="*/ 491672 h 716643"/>
              <a:gd name="connsiteX10" fmla="*/ 1326243 w 2113643"/>
              <a:gd name="connsiteY10" fmla="*/ 313872 h 716643"/>
              <a:gd name="connsiteX11" fmla="*/ 1144330 w 2113643"/>
              <a:gd name="connsiteY11" fmla="*/ 415396 h 716643"/>
              <a:gd name="connsiteX12" fmla="*/ 1139371 w 2113643"/>
              <a:gd name="connsiteY12" fmla="*/ 350157 h 716643"/>
              <a:gd name="connsiteX13" fmla="*/ 1084944 w 2113643"/>
              <a:gd name="connsiteY13" fmla="*/ 402772 h 716643"/>
              <a:gd name="connsiteX14" fmla="*/ 1059543 w 2113643"/>
              <a:gd name="connsiteY14" fmla="*/ 518886 h 716643"/>
              <a:gd name="connsiteX15" fmla="*/ 1037772 w 2113643"/>
              <a:gd name="connsiteY15" fmla="*/ 567872 h 716643"/>
              <a:gd name="connsiteX16" fmla="*/ 1037772 w 2113643"/>
              <a:gd name="connsiteY16" fmla="*/ 578757 h 716643"/>
              <a:gd name="connsiteX17" fmla="*/ 959757 w 2113643"/>
              <a:gd name="connsiteY17" fmla="*/ 593272 h 716643"/>
              <a:gd name="connsiteX18" fmla="*/ 847272 w 2113643"/>
              <a:gd name="connsiteY18" fmla="*/ 595086 h 716643"/>
              <a:gd name="connsiteX19" fmla="*/ 772886 w 2113643"/>
              <a:gd name="connsiteY19" fmla="*/ 587829 h 716643"/>
              <a:gd name="connsiteX20" fmla="*/ 698500 w 2113643"/>
              <a:gd name="connsiteY20" fmla="*/ 558800 h 716643"/>
              <a:gd name="connsiteX21" fmla="*/ 640443 w 2113643"/>
              <a:gd name="connsiteY21" fmla="*/ 527957 h 716643"/>
              <a:gd name="connsiteX22" fmla="*/ 624114 w 2113643"/>
              <a:gd name="connsiteY22" fmla="*/ 475343 h 716643"/>
              <a:gd name="connsiteX23" fmla="*/ 625929 w 2113643"/>
              <a:gd name="connsiteY23" fmla="*/ 413657 h 716643"/>
              <a:gd name="connsiteX24" fmla="*/ 553357 w 2113643"/>
              <a:gd name="connsiteY24" fmla="*/ 424543 h 716643"/>
              <a:gd name="connsiteX25" fmla="*/ 364672 w 2113643"/>
              <a:gd name="connsiteY25" fmla="*/ 439057 h 716643"/>
              <a:gd name="connsiteX26" fmla="*/ 266700 w 2113643"/>
              <a:gd name="connsiteY26" fmla="*/ 273957 h 716643"/>
              <a:gd name="connsiteX27" fmla="*/ 221343 w 2113643"/>
              <a:gd name="connsiteY27" fmla="*/ 136072 h 716643"/>
              <a:gd name="connsiteX28" fmla="*/ 156029 w 2113643"/>
              <a:gd name="connsiteY28" fmla="*/ 18143 h 716643"/>
              <a:gd name="connsiteX29" fmla="*/ 87086 w 2113643"/>
              <a:gd name="connsiteY29" fmla="*/ 5443 h 716643"/>
              <a:gd name="connsiteX30" fmla="*/ 0 w 2113643"/>
              <a:gd name="connsiteY30" fmla="*/ 0 h 716643"/>
              <a:gd name="connsiteX0" fmla="*/ 0 w 2113643"/>
              <a:gd name="connsiteY0" fmla="*/ 0 h 716643"/>
              <a:gd name="connsiteX1" fmla="*/ 0 w 2113643"/>
              <a:gd name="connsiteY1" fmla="*/ 716643 h 716643"/>
              <a:gd name="connsiteX2" fmla="*/ 2113643 w 2113643"/>
              <a:gd name="connsiteY2" fmla="*/ 716643 h 716643"/>
              <a:gd name="connsiteX3" fmla="*/ 2113643 w 2113643"/>
              <a:gd name="connsiteY3" fmla="*/ 146957 h 716643"/>
              <a:gd name="connsiteX4" fmla="*/ 2021114 w 2113643"/>
              <a:gd name="connsiteY4" fmla="*/ 243114 h 716643"/>
              <a:gd name="connsiteX5" fmla="*/ 1877786 w 2113643"/>
              <a:gd name="connsiteY5" fmla="*/ 332014 h 716643"/>
              <a:gd name="connsiteX6" fmla="*/ 1661886 w 2113643"/>
              <a:gd name="connsiteY6" fmla="*/ 428172 h 716643"/>
              <a:gd name="connsiteX7" fmla="*/ 1551214 w 2113643"/>
              <a:gd name="connsiteY7" fmla="*/ 460829 h 716643"/>
              <a:gd name="connsiteX8" fmla="*/ 1445986 w 2113643"/>
              <a:gd name="connsiteY8" fmla="*/ 482600 h 716643"/>
              <a:gd name="connsiteX9" fmla="*/ 1326243 w 2113643"/>
              <a:gd name="connsiteY9" fmla="*/ 313872 h 716643"/>
              <a:gd name="connsiteX10" fmla="*/ 1144330 w 2113643"/>
              <a:gd name="connsiteY10" fmla="*/ 415396 h 716643"/>
              <a:gd name="connsiteX11" fmla="*/ 1139371 w 2113643"/>
              <a:gd name="connsiteY11" fmla="*/ 350157 h 716643"/>
              <a:gd name="connsiteX12" fmla="*/ 1084944 w 2113643"/>
              <a:gd name="connsiteY12" fmla="*/ 402772 h 716643"/>
              <a:gd name="connsiteX13" fmla="*/ 1059543 w 2113643"/>
              <a:gd name="connsiteY13" fmla="*/ 518886 h 716643"/>
              <a:gd name="connsiteX14" fmla="*/ 1037772 w 2113643"/>
              <a:gd name="connsiteY14" fmla="*/ 567872 h 716643"/>
              <a:gd name="connsiteX15" fmla="*/ 1037772 w 2113643"/>
              <a:gd name="connsiteY15" fmla="*/ 578757 h 716643"/>
              <a:gd name="connsiteX16" fmla="*/ 959757 w 2113643"/>
              <a:gd name="connsiteY16" fmla="*/ 593272 h 716643"/>
              <a:gd name="connsiteX17" fmla="*/ 847272 w 2113643"/>
              <a:gd name="connsiteY17" fmla="*/ 595086 h 716643"/>
              <a:gd name="connsiteX18" fmla="*/ 772886 w 2113643"/>
              <a:gd name="connsiteY18" fmla="*/ 587829 h 716643"/>
              <a:gd name="connsiteX19" fmla="*/ 698500 w 2113643"/>
              <a:gd name="connsiteY19" fmla="*/ 558800 h 716643"/>
              <a:gd name="connsiteX20" fmla="*/ 640443 w 2113643"/>
              <a:gd name="connsiteY20" fmla="*/ 527957 h 716643"/>
              <a:gd name="connsiteX21" fmla="*/ 624114 w 2113643"/>
              <a:gd name="connsiteY21" fmla="*/ 475343 h 716643"/>
              <a:gd name="connsiteX22" fmla="*/ 625929 w 2113643"/>
              <a:gd name="connsiteY22" fmla="*/ 413657 h 716643"/>
              <a:gd name="connsiteX23" fmla="*/ 553357 w 2113643"/>
              <a:gd name="connsiteY23" fmla="*/ 424543 h 716643"/>
              <a:gd name="connsiteX24" fmla="*/ 364672 w 2113643"/>
              <a:gd name="connsiteY24" fmla="*/ 439057 h 716643"/>
              <a:gd name="connsiteX25" fmla="*/ 266700 w 2113643"/>
              <a:gd name="connsiteY25" fmla="*/ 273957 h 716643"/>
              <a:gd name="connsiteX26" fmla="*/ 221343 w 2113643"/>
              <a:gd name="connsiteY26" fmla="*/ 136072 h 716643"/>
              <a:gd name="connsiteX27" fmla="*/ 156029 w 2113643"/>
              <a:gd name="connsiteY27" fmla="*/ 18143 h 716643"/>
              <a:gd name="connsiteX28" fmla="*/ 87086 w 2113643"/>
              <a:gd name="connsiteY28" fmla="*/ 5443 h 716643"/>
              <a:gd name="connsiteX29" fmla="*/ 0 w 2113643"/>
              <a:gd name="connsiteY29" fmla="*/ 0 h 716643"/>
              <a:gd name="connsiteX0" fmla="*/ 0 w 2113643"/>
              <a:gd name="connsiteY0" fmla="*/ 0 h 716643"/>
              <a:gd name="connsiteX1" fmla="*/ 0 w 2113643"/>
              <a:gd name="connsiteY1" fmla="*/ 716643 h 716643"/>
              <a:gd name="connsiteX2" fmla="*/ 2113643 w 2113643"/>
              <a:gd name="connsiteY2" fmla="*/ 716643 h 716643"/>
              <a:gd name="connsiteX3" fmla="*/ 2113643 w 2113643"/>
              <a:gd name="connsiteY3" fmla="*/ 146957 h 716643"/>
              <a:gd name="connsiteX4" fmla="*/ 2021114 w 2113643"/>
              <a:gd name="connsiteY4" fmla="*/ 243114 h 716643"/>
              <a:gd name="connsiteX5" fmla="*/ 1877786 w 2113643"/>
              <a:gd name="connsiteY5" fmla="*/ 332014 h 716643"/>
              <a:gd name="connsiteX6" fmla="*/ 1661886 w 2113643"/>
              <a:gd name="connsiteY6" fmla="*/ 428172 h 716643"/>
              <a:gd name="connsiteX7" fmla="*/ 1551214 w 2113643"/>
              <a:gd name="connsiteY7" fmla="*/ 460829 h 716643"/>
              <a:gd name="connsiteX8" fmla="*/ 1326243 w 2113643"/>
              <a:gd name="connsiteY8" fmla="*/ 313872 h 716643"/>
              <a:gd name="connsiteX9" fmla="*/ 1144330 w 2113643"/>
              <a:gd name="connsiteY9" fmla="*/ 415396 h 716643"/>
              <a:gd name="connsiteX10" fmla="*/ 1139371 w 2113643"/>
              <a:gd name="connsiteY10" fmla="*/ 350157 h 716643"/>
              <a:gd name="connsiteX11" fmla="*/ 1084944 w 2113643"/>
              <a:gd name="connsiteY11" fmla="*/ 402772 h 716643"/>
              <a:gd name="connsiteX12" fmla="*/ 1059543 w 2113643"/>
              <a:gd name="connsiteY12" fmla="*/ 518886 h 716643"/>
              <a:gd name="connsiteX13" fmla="*/ 1037772 w 2113643"/>
              <a:gd name="connsiteY13" fmla="*/ 567872 h 716643"/>
              <a:gd name="connsiteX14" fmla="*/ 1037772 w 2113643"/>
              <a:gd name="connsiteY14" fmla="*/ 578757 h 716643"/>
              <a:gd name="connsiteX15" fmla="*/ 959757 w 2113643"/>
              <a:gd name="connsiteY15" fmla="*/ 593272 h 716643"/>
              <a:gd name="connsiteX16" fmla="*/ 847272 w 2113643"/>
              <a:gd name="connsiteY16" fmla="*/ 595086 h 716643"/>
              <a:gd name="connsiteX17" fmla="*/ 772886 w 2113643"/>
              <a:gd name="connsiteY17" fmla="*/ 587829 h 716643"/>
              <a:gd name="connsiteX18" fmla="*/ 698500 w 2113643"/>
              <a:gd name="connsiteY18" fmla="*/ 558800 h 716643"/>
              <a:gd name="connsiteX19" fmla="*/ 640443 w 2113643"/>
              <a:gd name="connsiteY19" fmla="*/ 527957 h 716643"/>
              <a:gd name="connsiteX20" fmla="*/ 624114 w 2113643"/>
              <a:gd name="connsiteY20" fmla="*/ 475343 h 716643"/>
              <a:gd name="connsiteX21" fmla="*/ 625929 w 2113643"/>
              <a:gd name="connsiteY21" fmla="*/ 413657 h 716643"/>
              <a:gd name="connsiteX22" fmla="*/ 553357 w 2113643"/>
              <a:gd name="connsiteY22" fmla="*/ 424543 h 716643"/>
              <a:gd name="connsiteX23" fmla="*/ 364672 w 2113643"/>
              <a:gd name="connsiteY23" fmla="*/ 439057 h 716643"/>
              <a:gd name="connsiteX24" fmla="*/ 266700 w 2113643"/>
              <a:gd name="connsiteY24" fmla="*/ 273957 h 716643"/>
              <a:gd name="connsiteX25" fmla="*/ 221343 w 2113643"/>
              <a:gd name="connsiteY25" fmla="*/ 136072 h 716643"/>
              <a:gd name="connsiteX26" fmla="*/ 156029 w 2113643"/>
              <a:gd name="connsiteY26" fmla="*/ 18143 h 716643"/>
              <a:gd name="connsiteX27" fmla="*/ 87086 w 2113643"/>
              <a:gd name="connsiteY27" fmla="*/ 5443 h 716643"/>
              <a:gd name="connsiteX28" fmla="*/ 0 w 2113643"/>
              <a:gd name="connsiteY28" fmla="*/ 0 h 716643"/>
              <a:gd name="connsiteX0" fmla="*/ 0 w 2113643"/>
              <a:gd name="connsiteY0" fmla="*/ 0 h 716643"/>
              <a:gd name="connsiteX1" fmla="*/ 0 w 2113643"/>
              <a:gd name="connsiteY1" fmla="*/ 716643 h 716643"/>
              <a:gd name="connsiteX2" fmla="*/ 2113643 w 2113643"/>
              <a:gd name="connsiteY2" fmla="*/ 716643 h 716643"/>
              <a:gd name="connsiteX3" fmla="*/ 2113643 w 2113643"/>
              <a:gd name="connsiteY3" fmla="*/ 146957 h 716643"/>
              <a:gd name="connsiteX4" fmla="*/ 2021114 w 2113643"/>
              <a:gd name="connsiteY4" fmla="*/ 243114 h 716643"/>
              <a:gd name="connsiteX5" fmla="*/ 1877786 w 2113643"/>
              <a:gd name="connsiteY5" fmla="*/ 332014 h 716643"/>
              <a:gd name="connsiteX6" fmla="*/ 1661886 w 2113643"/>
              <a:gd name="connsiteY6" fmla="*/ 428172 h 716643"/>
              <a:gd name="connsiteX7" fmla="*/ 1326243 w 2113643"/>
              <a:gd name="connsiteY7" fmla="*/ 313872 h 716643"/>
              <a:gd name="connsiteX8" fmla="*/ 1144330 w 2113643"/>
              <a:gd name="connsiteY8" fmla="*/ 415396 h 716643"/>
              <a:gd name="connsiteX9" fmla="*/ 1139371 w 2113643"/>
              <a:gd name="connsiteY9" fmla="*/ 350157 h 716643"/>
              <a:gd name="connsiteX10" fmla="*/ 1084944 w 2113643"/>
              <a:gd name="connsiteY10" fmla="*/ 402772 h 716643"/>
              <a:gd name="connsiteX11" fmla="*/ 1059543 w 2113643"/>
              <a:gd name="connsiteY11" fmla="*/ 518886 h 716643"/>
              <a:gd name="connsiteX12" fmla="*/ 1037772 w 2113643"/>
              <a:gd name="connsiteY12" fmla="*/ 567872 h 716643"/>
              <a:gd name="connsiteX13" fmla="*/ 1037772 w 2113643"/>
              <a:gd name="connsiteY13" fmla="*/ 578757 h 716643"/>
              <a:gd name="connsiteX14" fmla="*/ 959757 w 2113643"/>
              <a:gd name="connsiteY14" fmla="*/ 593272 h 716643"/>
              <a:gd name="connsiteX15" fmla="*/ 847272 w 2113643"/>
              <a:gd name="connsiteY15" fmla="*/ 595086 h 716643"/>
              <a:gd name="connsiteX16" fmla="*/ 772886 w 2113643"/>
              <a:gd name="connsiteY16" fmla="*/ 587829 h 716643"/>
              <a:gd name="connsiteX17" fmla="*/ 698500 w 2113643"/>
              <a:gd name="connsiteY17" fmla="*/ 558800 h 716643"/>
              <a:gd name="connsiteX18" fmla="*/ 640443 w 2113643"/>
              <a:gd name="connsiteY18" fmla="*/ 527957 h 716643"/>
              <a:gd name="connsiteX19" fmla="*/ 624114 w 2113643"/>
              <a:gd name="connsiteY19" fmla="*/ 475343 h 716643"/>
              <a:gd name="connsiteX20" fmla="*/ 625929 w 2113643"/>
              <a:gd name="connsiteY20" fmla="*/ 413657 h 716643"/>
              <a:gd name="connsiteX21" fmla="*/ 553357 w 2113643"/>
              <a:gd name="connsiteY21" fmla="*/ 424543 h 716643"/>
              <a:gd name="connsiteX22" fmla="*/ 364672 w 2113643"/>
              <a:gd name="connsiteY22" fmla="*/ 439057 h 716643"/>
              <a:gd name="connsiteX23" fmla="*/ 266700 w 2113643"/>
              <a:gd name="connsiteY23" fmla="*/ 273957 h 716643"/>
              <a:gd name="connsiteX24" fmla="*/ 221343 w 2113643"/>
              <a:gd name="connsiteY24" fmla="*/ 136072 h 716643"/>
              <a:gd name="connsiteX25" fmla="*/ 156029 w 2113643"/>
              <a:gd name="connsiteY25" fmla="*/ 18143 h 716643"/>
              <a:gd name="connsiteX26" fmla="*/ 87086 w 2113643"/>
              <a:gd name="connsiteY26" fmla="*/ 5443 h 716643"/>
              <a:gd name="connsiteX27" fmla="*/ 0 w 2113643"/>
              <a:gd name="connsiteY27" fmla="*/ 0 h 716643"/>
              <a:gd name="connsiteX0" fmla="*/ 0 w 2113643"/>
              <a:gd name="connsiteY0" fmla="*/ 0 h 716643"/>
              <a:gd name="connsiteX1" fmla="*/ 0 w 2113643"/>
              <a:gd name="connsiteY1" fmla="*/ 716643 h 716643"/>
              <a:gd name="connsiteX2" fmla="*/ 2113643 w 2113643"/>
              <a:gd name="connsiteY2" fmla="*/ 716643 h 716643"/>
              <a:gd name="connsiteX3" fmla="*/ 2113643 w 2113643"/>
              <a:gd name="connsiteY3" fmla="*/ 146957 h 716643"/>
              <a:gd name="connsiteX4" fmla="*/ 2021114 w 2113643"/>
              <a:gd name="connsiteY4" fmla="*/ 243114 h 716643"/>
              <a:gd name="connsiteX5" fmla="*/ 1877786 w 2113643"/>
              <a:gd name="connsiteY5" fmla="*/ 332014 h 716643"/>
              <a:gd name="connsiteX6" fmla="*/ 1326243 w 2113643"/>
              <a:gd name="connsiteY6" fmla="*/ 313872 h 716643"/>
              <a:gd name="connsiteX7" fmla="*/ 1144330 w 2113643"/>
              <a:gd name="connsiteY7" fmla="*/ 415396 h 716643"/>
              <a:gd name="connsiteX8" fmla="*/ 1139371 w 2113643"/>
              <a:gd name="connsiteY8" fmla="*/ 350157 h 716643"/>
              <a:gd name="connsiteX9" fmla="*/ 1084944 w 2113643"/>
              <a:gd name="connsiteY9" fmla="*/ 402772 h 716643"/>
              <a:gd name="connsiteX10" fmla="*/ 1059543 w 2113643"/>
              <a:gd name="connsiteY10" fmla="*/ 518886 h 716643"/>
              <a:gd name="connsiteX11" fmla="*/ 1037772 w 2113643"/>
              <a:gd name="connsiteY11" fmla="*/ 567872 h 716643"/>
              <a:gd name="connsiteX12" fmla="*/ 1037772 w 2113643"/>
              <a:gd name="connsiteY12" fmla="*/ 578757 h 716643"/>
              <a:gd name="connsiteX13" fmla="*/ 959757 w 2113643"/>
              <a:gd name="connsiteY13" fmla="*/ 593272 h 716643"/>
              <a:gd name="connsiteX14" fmla="*/ 847272 w 2113643"/>
              <a:gd name="connsiteY14" fmla="*/ 595086 h 716643"/>
              <a:gd name="connsiteX15" fmla="*/ 772886 w 2113643"/>
              <a:gd name="connsiteY15" fmla="*/ 587829 h 716643"/>
              <a:gd name="connsiteX16" fmla="*/ 698500 w 2113643"/>
              <a:gd name="connsiteY16" fmla="*/ 558800 h 716643"/>
              <a:gd name="connsiteX17" fmla="*/ 640443 w 2113643"/>
              <a:gd name="connsiteY17" fmla="*/ 527957 h 716643"/>
              <a:gd name="connsiteX18" fmla="*/ 624114 w 2113643"/>
              <a:gd name="connsiteY18" fmla="*/ 475343 h 716643"/>
              <a:gd name="connsiteX19" fmla="*/ 625929 w 2113643"/>
              <a:gd name="connsiteY19" fmla="*/ 413657 h 716643"/>
              <a:gd name="connsiteX20" fmla="*/ 553357 w 2113643"/>
              <a:gd name="connsiteY20" fmla="*/ 424543 h 716643"/>
              <a:gd name="connsiteX21" fmla="*/ 364672 w 2113643"/>
              <a:gd name="connsiteY21" fmla="*/ 439057 h 716643"/>
              <a:gd name="connsiteX22" fmla="*/ 266700 w 2113643"/>
              <a:gd name="connsiteY22" fmla="*/ 273957 h 716643"/>
              <a:gd name="connsiteX23" fmla="*/ 221343 w 2113643"/>
              <a:gd name="connsiteY23" fmla="*/ 136072 h 716643"/>
              <a:gd name="connsiteX24" fmla="*/ 156029 w 2113643"/>
              <a:gd name="connsiteY24" fmla="*/ 18143 h 716643"/>
              <a:gd name="connsiteX25" fmla="*/ 87086 w 2113643"/>
              <a:gd name="connsiteY25" fmla="*/ 5443 h 716643"/>
              <a:gd name="connsiteX26" fmla="*/ 0 w 2113643"/>
              <a:gd name="connsiteY26" fmla="*/ 0 h 716643"/>
              <a:gd name="connsiteX0" fmla="*/ 0 w 2113643"/>
              <a:gd name="connsiteY0" fmla="*/ 0 h 716643"/>
              <a:gd name="connsiteX1" fmla="*/ 0 w 2113643"/>
              <a:gd name="connsiteY1" fmla="*/ 716643 h 716643"/>
              <a:gd name="connsiteX2" fmla="*/ 2113643 w 2113643"/>
              <a:gd name="connsiteY2" fmla="*/ 716643 h 716643"/>
              <a:gd name="connsiteX3" fmla="*/ 2113643 w 2113643"/>
              <a:gd name="connsiteY3" fmla="*/ 146957 h 716643"/>
              <a:gd name="connsiteX4" fmla="*/ 2021114 w 2113643"/>
              <a:gd name="connsiteY4" fmla="*/ 243114 h 716643"/>
              <a:gd name="connsiteX5" fmla="*/ 1837872 w 2113643"/>
              <a:gd name="connsiteY5" fmla="*/ 186871 h 716643"/>
              <a:gd name="connsiteX6" fmla="*/ 1326243 w 2113643"/>
              <a:gd name="connsiteY6" fmla="*/ 313872 h 716643"/>
              <a:gd name="connsiteX7" fmla="*/ 1144330 w 2113643"/>
              <a:gd name="connsiteY7" fmla="*/ 415396 h 716643"/>
              <a:gd name="connsiteX8" fmla="*/ 1139371 w 2113643"/>
              <a:gd name="connsiteY8" fmla="*/ 350157 h 716643"/>
              <a:gd name="connsiteX9" fmla="*/ 1084944 w 2113643"/>
              <a:gd name="connsiteY9" fmla="*/ 402772 h 716643"/>
              <a:gd name="connsiteX10" fmla="*/ 1059543 w 2113643"/>
              <a:gd name="connsiteY10" fmla="*/ 518886 h 716643"/>
              <a:gd name="connsiteX11" fmla="*/ 1037772 w 2113643"/>
              <a:gd name="connsiteY11" fmla="*/ 567872 h 716643"/>
              <a:gd name="connsiteX12" fmla="*/ 1037772 w 2113643"/>
              <a:gd name="connsiteY12" fmla="*/ 578757 h 716643"/>
              <a:gd name="connsiteX13" fmla="*/ 959757 w 2113643"/>
              <a:gd name="connsiteY13" fmla="*/ 593272 h 716643"/>
              <a:gd name="connsiteX14" fmla="*/ 847272 w 2113643"/>
              <a:gd name="connsiteY14" fmla="*/ 595086 h 716643"/>
              <a:gd name="connsiteX15" fmla="*/ 772886 w 2113643"/>
              <a:gd name="connsiteY15" fmla="*/ 587829 h 716643"/>
              <a:gd name="connsiteX16" fmla="*/ 698500 w 2113643"/>
              <a:gd name="connsiteY16" fmla="*/ 558800 h 716643"/>
              <a:gd name="connsiteX17" fmla="*/ 640443 w 2113643"/>
              <a:gd name="connsiteY17" fmla="*/ 527957 h 716643"/>
              <a:gd name="connsiteX18" fmla="*/ 624114 w 2113643"/>
              <a:gd name="connsiteY18" fmla="*/ 475343 h 716643"/>
              <a:gd name="connsiteX19" fmla="*/ 625929 w 2113643"/>
              <a:gd name="connsiteY19" fmla="*/ 413657 h 716643"/>
              <a:gd name="connsiteX20" fmla="*/ 553357 w 2113643"/>
              <a:gd name="connsiteY20" fmla="*/ 424543 h 716643"/>
              <a:gd name="connsiteX21" fmla="*/ 364672 w 2113643"/>
              <a:gd name="connsiteY21" fmla="*/ 439057 h 716643"/>
              <a:gd name="connsiteX22" fmla="*/ 266700 w 2113643"/>
              <a:gd name="connsiteY22" fmla="*/ 273957 h 716643"/>
              <a:gd name="connsiteX23" fmla="*/ 221343 w 2113643"/>
              <a:gd name="connsiteY23" fmla="*/ 136072 h 716643"/>
              <a:gd name="connsiteX24" fmla="*/ 156029 w 2113643"/>
              <a:gd name="connsiteY24" fmla="*/ 18143 h 716643"/>
              <a:gd name="connsiteX25" fmla="*/ 87086 w 2113643"/>
              <a:gd name="connsiteY25" fmla="*/ 5443 h 716643"/>
              <a:gd name="connsiteX26" fmla="*/ 0 w 2113643"/>
              <a:gd name="connsiteY26" fmla="*/ 0 h 716643"/>
              <a:gd name="connsiteX0" fmla="*/ 0 w 2113643"/>
              <a:gd name="connsiteY0" fmla="*/ 0 h 716643"/>
              <a:gd name="connsiteX1" fmla="*/ 0 w 2113643"/>
              <a:gd name="connsiteY1" fmla="*/ 716643 h 716643"/>
              <a:gd name="connsiteX2" fmla="*/ 2113643 w 2113643"/>
              <a:gd name="connsiteY2" fmla="*/ 716643 h 716643"/>
              <a:gd name="connsiteX3" fmla="*/ 2113643 w 2113643"/>
              <a:gd name="connsiteY3" fmla="*/ 146957 h 716643"/>
              <a:gd name="connsiteX4" fmla="*/ 2021114 w 2113643"/>
              <a:gd name="connsiteY4" fmla="*/ 243114 h 716643"/>
              <a:gd name="connsiteX5" fmla="*/ 1836057 w 2113643"/>
              <a:gd name="connsiteY5" fmla="*/ 232228 h 716643"/>
              <a:gd name="connsiteX6" fmla="*/ 1326243 w 2113643"/>
              <a:gd name="connsiteY6" fmla="*/ 313872 h 716643"/>
              <a:gd name="connsiteX7" fmla="*/ 1144330 w 2113643"/>
              <a:gd name="connsiteY7" fmla="*/ 415396 h 716643"/>
              <a:gd name="connsiteX8" fmla="*/ 1139371 w 2113643"/>
              <a:gd name="connsiteY8" fmla="*/ 350157 h 716643"/>
              <a:gd name="connsiteX9" fmla="*/ 1084944 w 2113643"/>
              <a:gd name="connsiteY9" fmla="*/ 402772 h 716643"/>
              <a:gd name="connsiteX10" fmla="*/ 1059543 w 2113643"/>
              <a:gd name="connsiteY10" fmla="*/ 518886 h 716643"/>
              <a:gd name="connsiteX11" fmla="*/ 1037772 w 2113643"/>
              <a:gd name="connsiteY11" fmla="*/ 567872 h 716643"/>
              <a:gd name="connsiteX12" fmla="*/ 1037772 w 2113643"/>
              <a:gd name="connsiteY12" fmla="*/ 578757 h 716643"/>
              <a:gd name="connsiteX13" fmla="*/ 959757 w 2113643"/>
              <a:gd name="connsiteY13" fmla="*/ 593272 h 716643"/>
              <a:gd name="connsiteX14" fmla="*/ 847272 w 2113643"/>
              <a:gd name="connsiteY14" fmla="*/ 595086 h 716643"/>
              <a:gd name="connsiteX15" fmla="*/ 772886 w 2113643"/>
              <a:gd name="connsiteY15" fmla="*/ 587829 h 716643"/>
              <a:gd name="connsiteX16" fmla="*/ 698500 w 2113643"/>
              <a:gd name="connsiteY16" fmla="*/ 558800 h 716643"/>
              <a:gd name="connsiteX17" fmla="*/ 640443 w 2113643"/>
              <a:gd name="connsiteY17" fmla="*/ 527957 h 716643"/>
              <a:gd name="connsiteX18" fmla="*/ 624114 w 2113643"/>
              <a:gd name="connsiteY18" fmla="*/ 475343 h 716643"/>
              <a:gd name="connsiteX19" fmla="*/ 625929 w 2113643"/>
              <a:gd name="connsiteY19" fmla="*/ 413657 h 716643"/>
              <a:gd name="connsiteX20" fmla="*/ 553357 w 2113643"/>
              <a:gd name="connsiteY20" fmla="*/ 424543 h 716643"/>
              <a:gd name="connsiteX21" fmla="*/ 364672 w 2113643"/>
              <a:gd name="connsiteY21" fmla="*/ 439057 h 716643"/>
              <a:gd name="connsiteX22" fmla="*/ 266700 w 2113643"/>
              <a:gd name="connsiteY22" fmla="*/ 273957 h 716643"/>
              <a:gd name="connsiteX23" fmla="*/ 221343 w 2113643"/>
              <a:gd name="connsiteY23" fmla="*/ 136072 h 716643"/>
              <a:gd name="connsiteX24" fmla="*/ 156029 w 2113643"/>
              <a:gd name="connsiteY24" fmla="*/ 18143 h 716643"/>
              <a:gd name="connsiteX25" fmla="*/ 87086 w 2113643"/>
              <a:gd name="connsiteY25" fmla="*/ 5443 h 716643"/>
              <a:gd name="connsiteX26" fmla="*/ 0 w 2113643"/>
              <a:gd name="connsiteY26" fmla="*/ 0 h 716643"/>
              <a:gd name="connsiteX0" fmla="*/ 0 w 2113643"/>
              <a:gd name="connsiteY0" fmla="*/ 0 h 716643"/>
              <a:gd name="connsiteX1" fmla="*/ 0 w 2113643"/>
              <a:gd name="connsiteY1" fmla="*/ 716643 h 716643"/>
              <a:gd name="connsiteX2" fmla="*/ 2113643 w 2113643"/>
              <a:gd name="connsiteY2" fmla="*/ 716643 h 716643"/>
              <a:gd name="connsiteX3" fmla="*/ 2113643 w 2113643"/>
              <a:gd name="connsiteY3" fmla="*/ 146957 h 716643"/>
              <a:gd name="connsiteX4" fmla="*/ 1961243 w 2113643"/>
              <a:gd name="connsiteY4" fmla="*/ 230414 h 716643"/>
              <a:gd name="connsiteX5" fmla="*/ 1836057 w 2113643"/>
              <a:gd name="connsiteY5" fmla="*/ 232228 h 716643"/>
              <a:gd name="connsiteX6" fmla="*/ 1326243 w 2113643"/>
              <a:gd name="connsiteY6" fmla="*/ 313872 h 716643"/>
              <a:gd name="connsiteX7" fmla="*/ 1144330 w 2113643"/>
              <a:gd name="connsiteY7" fmla="*/ 415396 h 716643"/>
              <a:gd name="connsiteX8" fmla="*/ 1139371 w 2113643"/>
              <a:gd name="connsiteY8" fmla="*/ 350157 h 716643"/>
              <a:gd name="connsiteX9" fmla="*/ 1084944 w 2113643"/>
              <a:gd name="connsiteY9" fmla="*/ 402772 h 716643"/>
              <a:gd name="connsiteX10" fmla="*/ 1059543 w 2113643"/>
              <a:gd name="connsiteY10" fmla="*/ 518886 h 716643"/>
              <a:gd name="connsiteX11" fmla="*/ 1037772 w 2113643"/>
              <a:gd name="connsiteY11" fmla="*/ 567872 h 716643"/>
              <a:gd name="connsiteX12" fmla="*/ 1037772 w 2113643"/>
              <a:gd name="connsiteY12" fmla="*/ 578757 h 716643"/>
              <a:gd name="connsiteX13" fmla="*/ 959757 w 2113643"/>
              <a:gd name="connsiteY13" fmla="*/ 593272 h 716643"/>
              <a:gd name="connsiteX14" fmla="*/ 847272 w 2113643"/>
              <a:gd name="connsiteY14" fmla="*/ 595086 h 716643"/>
              <a:gd name="connsiteX15" fmla="*/ 772886 w 2113643"/>
              <a:gd name="connsiteY15" fmla="*/ 587829 h 716643"/>
              <a:gd name="connsiteX16" fmla="*/ 698500 w 2113643"/>
              <a:gd name="connsiteY16" fmla="*/ 558800 h 716643"/>
              <a:gd name="connsiteX17" fmla="*/ 640443 w 2113643"/>
              <a:gd name="connsiteY17" fmla="*/ 527957 h 716643"/>
              <a:gd name="connsiteX18" fmla="*/ 624114 w 2113643"/>
              <a:gd name="connsiteY18" fmla="*/ 475343 h 716643"/>
              <a:gd name="connsiteX19" fmla="*/ 625929 w 2113643"/>
              <a:gd name="connsiteY19" fmla="*/ 413657 h 716643"/>
              <a:gd name="connsiteX20" fmla="*/ 553357 w 2113643"/>
              <a:gd name="connsiteY20" fmla="*/ 424543 h 716643"/>
              <a:gd name="connsiteX21" fmla="*/ 364672 w 2113643"/>
              <a:gd name="connsiteY21" fmla="*/ 439057 h 716643"/>
              <a:gd name="connsiteX22" fmla="*/ 266700 w 2113643"/>
              <a:gd name="connsiteY22" fmla="*/ 273957 h 716643"/>
              <a:gd name="connsiteX23" fmla="*/ 221343 w 2113643"/>
              <a:gd name="connsiteY23" fmla="*/ 136072 h 716643"/>
              <a:gd name="connsiteX24" fmla="*/ 156029 w 2113643"/>
              <a:gd name="connsiteY24" fmla="*/ 18143 h 716643"/>
              <a:gd name="connsiteX25" fmla="*/ 87086 w 2113643"/>
              <a:gd name="connsiteY25" fmla="*/ 5443 h 716643"/>
              <a:gd name="connsiteX26" fmla="*/ 0 w 2113643"/>
              <a:gd name="connsiteY26" fmla="*/ 0 h 716643"/>
              <a:gd name="connsiteX0" fmla="*/ 0 w 2113643"/>
              <a:gd name="connsiteY0" fmla="*/ 0 h 716643"/>
              <a:gd name="connsiteX1" fmla="*/ 0 w 2113643"/>
              <a:gd name="connsiteY1" fmla="*/ 716643 h 716643"/>
              <a:gd name="connsiteX2" fmla="*/ 2113643 w 2113643"/>
              <a:gd name="connsiteY2" fmla="*/ 716643 h 716643"/>
              <a:gd name="connsiteX3" fmla="*/ 1973943 w 2113643"/>
              <a:gd name="connsiteY3" fmla="*/ 56243 h 716643"/>
              <a:gd name="connsiteX4" fmla="*/ 1961243 w 2113643"/>
              <a:gd name="connsiteY4" fmla="*/ 230414 h 716643"/>
              <a:gd name="connsiteX5" fmla="*/ 1836057 w 2113643"/>
              <a:gd name="connsiteY5" fmla="*/ 232228 h 716643"/>
              <a:gd name="connsiteX6" fmla="*/ 1326243 w 2113643"/>
              <a:gd name="connsiteY6" fmla="*/ 313872 h 716643"/>
              <a:gd name="connsiteX7" fmla="*/ 1144330 w 2113643"/>
              <a:gd name="connsiteY7" fmla="*/ 415396 h 716643"/>
              <a:gd name="connsiteX8" fmla="*/ 1139371 w 2113643"/>
              <a:gd name="connsiteY8" fmla="*/ 350157 h 716643"/>
              <a:gd name="connsiteX9" fmla="*/ 1084944 w 2113643"/>
              <a:gd name="connsiteY9" fmla="*/ 402772 h 716643"/>
              <a:gd name="connsiteX10" fmla="*/ 1059543 w 2113643"/>
              <a:gd name="connsiteY10" fmla="*/ 518886 h 716643"/>
              <a:gd name="connsiteX11" fmla="*/ 1037772 w 2113643"/>
              <a:gd name="connsiteY11" fmla="*/ 567872 h 716643"/>
              <a:gd name="connsiteX12" fmla="*/ 1037772 w 2113643"/>
              <a:gd name="connsiteY12" fmla="*/ 578757 h 716643"/>
              <a:gd name="connsiteX13" fmla="*/ 959757 w 2113643"/>
              <a:gd name="connsiteY13" fmla="*/ 593272 h 716643"/>
              <a:gd name="connsiteX14" fmla="*/ 847272 w 2113643"/>
              <a:gd name="connsiteY14" fmla="*/ 595086 h 716643"/>
              <a:gd name="connsiteX15" fmla="*/ 772886 w 2113643"/>
              <a:gd name="connsiteY15" fmla="*/ 587829 h 716643"/>
              <a:gd name="connsiteX16" fmla="*/ 698500 w 2113643"/>
              <a:gd name="connsiteY16" fmla="*/ 558800 h 716643"/>
              <a:gd name="connsiteX17" fmla="*/ 640443 w 2113643"/>
              <a:gd name="connsiteY17" fmla="*/ 527957 h 716643"/>
              <a:gd name="connsiteX18" fmla="*/ 624114 w 2113643"/>
              <a:gd name="connsiteY18" fmla="*/ 475343 h 716643"/>
              <a:gd name="connsiteX19" fmla="*/ 625929 w 2113643"/>
              <a:gd name="connsiteY19" fmla="*/ 413657 h 716643"/>
              <a:gd name="connsiteX20" fmla="*/ 553357 w 2113643"/>
              <a:gd name="connsiteY20" fmla="*/ 424543 h 716643"/>
              <a:gd name="connsiteX21" fmla="*/ 364672 w 2113643"/>
              <a:gd name="connsiteY21" fmla="*/ 439057 h 716643"/>
              <a:gd name="connsiteX22" fmla="*/ 266700 w 2113643"/>
              <a:gd name="connsiteY22" fmla="*/ 273957 h 716643"/>
              <a:gd name="connsiteX23" fmla="*/ 221343 w 2113643"/>
              <a:gd name="connsiteY23" fmla="*/ 136072 h 716643"/>
              <a:gd name="connsiteX24" fmla="*/ 156029 w 2113643"/>
              <a:gd name="connsiteY24" fmla="*/ 18143 h 716643"/>
              <a:gd name="connsiteX25" fmla="*/ 87086 w 2113643"/>
              <a:gd name="connsiteY25" fmla="*/ 5443 h 716643"/>
              <a:gd name="connsiteX26" fmla="*/ 0 w 2113643"/>
              <a:gd name="connsiteY26" fmla="*/ 0 h 716643"/>
              <a:gd name="connsiteX0" fmla="*/ 0 w 2113643"/>
              <a:gd name="connsiteY0" fmla="*/ 0 h 716643"/>
              <a:gd name="connsiteX1" fmla="*/ 0 w 2113643"/>
              <a:gd name="connsiteY1" fmla="*/ 716643 h 716643"/>
              <a:gd name="connsiteX2" fmla="*/ 2113643 w 2113643"/>
              <a:gd name="connsiteY2" fmla="*/ 716643 h 716643"/>
              <a:gd name="connsiteX3" fmla="*/ 1973943 w 2113643"/>
              <a:gd name="connsiteY3" fmla="*/ 56243 h 716643"/>
              <a:gd name="connsiteX4" fmla="*/ 1969830 w 2113643"/>
              <a:gd name="connsiteY4" fmla="*/ 56168 h 716643"/>
              <a:gd name="connsiteX5" fmla="*/ 1961243 w 2113643"/>
              <a:gd name="connsiteY5" fmla="*/ 230414 h 716643"/>
              <a:gd name="connsiteX6" fmla="*/ 1836057 w 2113643"/>
              <a:gd name="connsiteY6" fmla="*/ 232228 h 716643"/>
              <a:gd name="connsiteX7" fmla="*/ 1326243 w 2113643"/>
              <a:gd name="connsiteY7" fmla="*/ 313872 h 716643"/>
              <a:gd name="connsiteX8" fmla="*/ 1144330 w 2113643"/>
              <a:gd name="connsiteY8" fmla="*/ 415396 h 716643"/>
              <a:gd name="connsiteX9" fmla="*/ 1139371 w 2113643"/>
              <a:gd name="connsiteY9" fmla="*/ 350157 h 716643"/>
              <a:gd name="connsiteX10" fmla="*/ 1084944 w 2113643"/>
              <a:gd name="connsiteY10" fmla="*/ 402772 h 716643"/>
              <a:gd name="connsiteX11" fmla="*/ 1059543 w 2113643"/>
              <a:gd name="connsiteY11" fmla="*/ 518886 h 716643"/>
              <a:gd name="connsiteX12" fmla="*/ 1037772 w 2113643"/>
              <a:gd name="connsiteY12" fmla="*/ 567872 h 716643"/>
              <a:gd name="connsiteX13" fmla="*/ 1037772 w 2113643"/>
              <a:gd name="connsiteY13" fmla="*/ 578757 h 716643"/>
              <a:gd name="connsiteX14" fmla="*/ 959757 w 2113643"/>
              <a:gd name="connsiteY14" fmla="*/ 593272 h 716643"/>
              <a:gd name="connsiteX15" fmla="*/ 847272 w 2113643"/>
              <a:gd name="connsiteY15" fmla="*/ 595086 h 716643"/>
              <a:gd name="connsiteX16" fmla="*/ 772886 w 2113643"/>
              <a:gd name="connsiteY16" fmla="*/ 587829 h 716643"/>
              <a:gd name="connsiteX17" fmla="*/ 698500 w 2113643"/>
              <a:gd name="connsiteY17" fmla="*/ 558800 h 716643"/>
              <a:gd name="connsiteX18" fmla="*/ 640443 w 2113643"/>
              <a:gd name="connsiteY18" fmla="*/ 527957 h 716643"/>
              <a:gd name="connsiteX19" fmla="*/ 624114 w 2113643"/>
              <a:gd name="connsiteY19" fmla="*/ 475343 h 716643"/>
              <a:gd name="connsiteX20" fmla="*/ 625929 w 2113643"/>
              <a:gd name="connsiteY20" fmla="*/ 413657 h 716643"/>
              <a:gd name="connsiteX21" fmla="*/ 553357 w 2113643"/>
              <a:gd name="connsiteY21" fmla="*/ 424543 h 716643"/>
              <a:gd name="connsiteX22" fmla="*/ 364672 w 2113643"/>
              <a:gd name="connsiteY22" fmla="*/ 439057 h 716643"/>
              <a:gd name="connsiteX23" fmla="*/ 266700 w 2113643"/>
              <a:gd name="connsiteY23" fmla="*/ 273957 h 716643"/>
              <a:gd name="connsiteX24" fmla="*/ 221343 w 2113643"/>
              <a:gd name="connsiteY24" fmla="*/ 136072 h 716643"/>
              <a:gd name="connsiteX25" fmla="*/ 156029 w 2113643"/>
              <a:gd name="connsiteY25" fmla="*/ 18143 h 716643"/>
              <a:gd name="connsiteX26" fmla="*/ 87086 w 2113643"/>
              <a:gd name="connsiteY26" fmla="*/ 5443 h 716643"/>
              <a:gd name="connsiteX27" fmla="*/ 0 w 2113643"/>
              <a:gd name="connsiteY27" fmla="*/ 0 h 716643"/>
              <a:gd name="connsiteX0" fmla="*/ 0 w 2113643"/>
              <a:gd name="connsiteY0" fmla="*/ 5518 h 722161"/>
              <a:gd name="connsiteX1" fmla="*/ 0 w 2113643"/>
              <a:gd name="connsiteY1" fmla="*/ 722161 h 722161"/>
              <a:gd name="connsiteX2" fmla="*/ 2113643 w 2113643"/>
              <a:gd name="connsiteY2" fmla="*/ 722161 h 722161"/>
              <a:gd name="connsiteX3" fmla="*/ 1973943 w 2113643"/>
              <a:gd name="connsiteY3" fmla="*/ 61761 h 722161"/>
              <a:gd name="connsiteX4" fmla="*/ 2080501 w 2113643"/>
              <a:gd name="connsiteY4" fmla="*/ 0 h 722161"/>
              <a:gd name="connsiteX5" fmla="*/ 1961243 w 2113643"/>
              <a:gd name="connsiteY5" fmla="*/ 235932 h 722161"/>
              <a:gd name="connsiteX6" fmla="*/ 1836057 w 2113643"/>
              <a:gd name="connsiteY6" fmla="*/ 237746 h 722161"/>
              <a:gd name="connsiteX7" fmla="*/ 1326243 w 2113643"/>
              <a:gd name="connsiteY7" fmla="*/ 319390 h 722161"/>
              <a:gd name="connsiteX8" fmla="*/ 1144330 w 2113643"/>
              <a:gd name="connsiteY8" fmla="*/ 420914 h 722161"/>
              <a:gd name="connsiteX9" fmla="*/ 1139371 w 2113643"/>
              <a:gd name="connsiteY9" fmla="*/ 355675 h 722161"/>
              <a:gd name="connsiteX10" fmla="*/ 1084944 w 2113643"/>
              <a:gd name="connsiteY10" fmla="*/ 408290 h 722161"/>
              <a:gd name="connsiteX11" fmla="*/ 1059543 w 2113643"/>
              <a:gd name="connsiteY11" fmla="*/ 524404 h 722161"/>
              <a:gd name="connsiteX12" fmla="*/ 1037772 w 2113643"/>
              <a:gd name="connsiteY12" fmla="*/ 573390 h 722161"/>
              <a:gd name="connsiteX13" fmla="*/ 1037772 w 2113643"/>
              <a:gd name="connsiteY13" fmla="*/ 584275 h 722161"/>
              <a:gd name="connsiteX14" fmla="*/ 959757 w 2113643"/>
              <a:gd name="connsiteY14" fmla="*/ 598790 h 722161"/>
              <a:gd name="connsiteX15" fmla="*/ 847272 w 2113643"/>
              <a:gd name="connsiteY15" fmla="*/ 600604 h 722161"/>
              <a:gd name="connsiteX16" fmla="*/ 772886 w 2113643"/>
              <a:gd name="connsiteY16" fmla="*/ 593347 h 722161"/>
              <a:gd name="connsiteX17" fmla="*/ 698500 w 2113643"/>
              <a:gd name="connsiteY17" fmla="*/ 564318 h 722161"/>
              <a:gd name="connsiteX18" fmla="*/ 640443 w 2113643"/>
              <a:gd name="connsiteY18" fmla="*/ 533475 h 722161"/>
              <a:gd name="connsiteX19" fmla="*/ 624114 w 2113643"/>
              <a:gd name="connsiteY19" fmla="*/ 480861 h 722161"/>
              <a:gd name="connsiteX20" fmla="*/ 625929 w 2113643"/>
              <a:gd name="connsiteY20" fmla="*/ 419175 h 722161"/>
              <a:gd name="connsiteX21" fmla="*/ 553357 w 2113643"/>
              <a:gd name="connsiteY21" fmla="*/ 430061 h 722161"/>
              <a:gd name="connsiteX22" fmla="*/ 364672 w 2113643"/>
              <a:gd name="connsiteY22" fmla="*/ 444575 h 722161"/>
              <a:gd name="connsiteX23" fmla="*/ 266700 w 2113643"/>
              <a:gd name="connsiteY23" fmla="*/ 279475 h 722161"/>
              <a:gd name="connsiteX24" fmla="*/ 221343 w 2113643"/>
              <a:gd name="connsiteY24" fmla="*/ 141590 h 722161"/>
              <a:gd name="connsiteX25" fmla="*/ 156029 w 2113643"/>
              <a:gd name="connsiteY25" fmla="*/ 23661 h 722161"/>
              <a:gd name="connsiteX26" fmla="*/ 87086 w 2113643"/>
              <a:gd name="connsiteY26" fmla="*/ 10961 h 722161"/>
              <a:gd name="connsiteX27" fmla="*/ 0 w 2113643"/>
              <a:gd name="connsiteY27" fmla="*/ 5518 h 722161"/>
              <a:gd name="connsiteX0" fmla="*/ 0 w 2117271"/>
              <a:gd name="connsiteY0" fmla="*/ 5518 h 722161"/>
              <a:gd name="connsiteX1" fmla="*/ 0 w 2117271"/>
              <a:gd name="connsiteY1" fmla="*/ 722161 h 722161"/>
              <a:gd name="connsiteX2" fmla="*/ 2113643 w 2117271"/>
              <a:gd name="connsiteY2" fmla="*/ 722161 h 722161"/>
              <a:gd name="connsiteX3" fmla="*/ 2117271 w 2117271"/>
              <a:gd name="connsiteY3" fmla="*/ 3704 h 722161"/>
              <a:gd name="connsiteX4" fmla="*/ 2080501 w 2117271"/>
              <a:gd name="connsiteY4" fmla="*/ 0 h 722161"/>
              <a:gd name="connsiteX5" fmla="*/ 1961243 w 2117271"/>
              <a:gd name="connsiteY5" fmla="*/ 235932 h 722161"/>
              <a:gd name="connsiteX6" fmla="*/ 1836057 w 2117271"/>
              <a:gd name="connsiteY6" fmla="*/ 237746 h 722161"/>
              <a:gd name="connsiteX7" fmla="*/ 1326243 w 2117271"/>
              <a:gd name="connsiteY7" fmla="*/ 319390 h 722161"/>
              <a:gd name="connsiteX8" fmla="*/ 1144330 w 2117271"/>
              <a:gd name="connsiteY8" fmla="*/ 420914 h 722161"/>
              <a:gd name="connsiteX9" fmla="*/ 1139371 w 2117271"/>
              <a:gd name="connsiteY9" fmla="*/ 355675 h 722161"/>
              <a:gd name="connsiteX10" fmla="*/ 1084944 w 2117271"/>
              <a:gd name="connsiteY10" fmla="*/ 408290 h 722161"/>
              <a:gd name="connsiteX11" fmla="*/ 1059543 w 2117271"/>
              <a:gd name="connsiteY11" fmla="*/ 524404 h 722161"/>
              <a:gd name="connsiteX12" fmla="*/ 1037772 w 2117271"/>
              <a:gd name="connsiteY12" fmla="*/ 573390 h 722161"/>
              <a:gd name="connsiteX13" fmla="*/ 1037772 w 2117271"/>
              <a:gd name="connsiteY13" fmla="*/ 584275 h 722161"/>
              <a:gd name="connsiteX14" fmla="*/ 959757 w 2117271"/>
              <a:gd name="connsiteY14" fmla="*/ 598790 h 722161"/>
              <a:gd name="connsiteX15" fmla="*/ 847272 w 2117271"/>
              <a:gd name="connsiteY15" fmla="*/ 600604 h 722161"/>
              <a:gd name="connsiteX16" fmla="*/ 772886 w 2117271"/>
              <a:gd name="connsiteY16" fmla="*/ 593347 h 722161"/>
              <a:gd name="connsiteX17" fmla="*/ 698500 w 2117271"/>
              <a:gd name="connsiteY17" fmla="*/ 564318 h 722161"/>
              <a:gd name="connsiteX18" fmla="*/ 640443 w 2117271"/>
              <a:gd name="connsiteY18" fmla="*/ 533475 h 722161"/>
              <a:gd name="connsiteX19" fmla="*/ 624114 w 2117271"/>
              <a:gd name="connsiteY19" fmla="*/ 480861 h 722161"/>
              <a:gd name="connsiteX20" fmla="*/ 625929 w 2117271"/>
              <a:gd name="connsiteY20" fmla="*/ 419175 h 722161"/>
              <a:gd name="connsiteX21" fmla="*/ 553357 w 2117271"/>
              <a:gd name="connsiteY21" fmla="*/ 430061 h 722161"/>
              <a:gd name="connsiteX22" fmla="*/ 364672 w 2117271"/>
              <a:gd name="connsiteY22" fmla="*/ 444575 h 722161"/>
              <a:gd name="connsiteX23" fmla="*/ 266700 w 2117271"/>
              <a:gd name="connsiteY23" fmla="*/ 279475 h 722161"/>
              <a:gd name="connsiteX24" fmla="*/ 221343 w 2117271"/>
              <a:gd name="connsiteY24" fmla="*/ 141590 h 722161"/>
              <a:gd name="connsiteX25" fmla="*/ 156029 w 2117271"/>
              <a:gd name="connsiteY25" fmla="*/ 23661 h 722161"/>
              <a:gd name="connsiteX26" fmla="*/ 87086 w 2117271"/>
              <a:gd name="connsiteY26" fmla="*/ 10961 h 722161"/>
              <a:gd name="connsiteX27" fmla="*/ 0 w 2117271"/>
              <a:gd name="connsiteY27" fmla="*/ 5518 h 722161"/>
              <a:gd name="connsiteX0" fmla="*/ 0 w 2117271"/>
              <a:gd name="connsiteY0" fmla="*/ 1814 h 718457"/>
              <a:gd name="connsiteX1" fmla="*/ 0 w 2117271"/>
              <a:gd name="connsiteY1" fmla="*/ 718457 h 718457"/>
              <a:gd name="connsiteX2" fmla="*/ 2113643 w 2117271"/>
              <a:gd name="connsiteY2" fmla="*/ 718457 h 718457"/>
              <a:gd name="connsiteX3" fmla="*/ 2117271 w 2117271"/>
              <a:gd name="connsiteY3" fmla="*/ 0 h 718457"/>
              <a:gd name="connsiteX4" fmla="*/ 1964387 w 2117271"/>
              <a:gd name="connsiteY4" fmla="*/ 81567 h 718457"/>
              <a:gd name="connsiteX5" fmla="*/ 1961243 w 2117271"/>
              <a:gd name="connsiteY5" fmla="*/ 232228 h 718457"/>
              <a:gd name="connsiteX6" fmla="*/ 1836057 w 2117271"/>
              <a:gd name="connsiteY6" fmla="*/ 234042 h 718457"/>
              <a:gd name="connsiteX7" fmla="*/ 1326243 w 2117271"/>
              <a:gd name="connsiteY7" fmla="*/ 315686 h 718457"/>
              <a:gd name="connsiteX8" fmla="*/ 1144330 w 2117271"/>
              <a:gd name="connsiteY8" fmla="*/ 417210 h 718457"/>
              <a:gd name="connsiteX9" fmla="*/ 1139371 w 2117271"/>
              <a:gd name="connsiteY9" fmla="*/ 351971 h 718457"/>
              <a:gd name="connsiteX10" fmla="*/ 1084944 w 2117271"/>
              <a:gd name="connsiteY10" fmla="*/ 404586 h 718457"/>
              <a:gd name="connsiteX11" fmla="*/ 1059543 w 2117271"/>
              <a:gd name="connsiteY11" fmla="*/ 520700 h 718457"/>
              <a:gd name="connsiteX12" fmla="*/ 1037772 w 2117271"/>
              <a:gd name="connsiteY12" fmla="*/ 569686 h 718457"/>
              <a:gd name="connsiteX13" fmla="*/ 1037772 w 2117271"/>
              <a:gd name="connsiteY13" fmla="*/ 580571 h 718457"/>
              <a:gd name="connsiteX14" fmla="*/ 959757 w 2117271"/>
              <a:gd name="connsiteY14" fmla="*/ 595086 h 718457"/>
              <a:gd name="connsiteX15" fmla="*/ 847272 w 2117271"/>
              <a:gd name="connsiteY15" fmla="*/ 596900 h 718457"/>
              <a:gd name="connsiteX16" fmla="*/ 772886 w 2117271"/>
              <a:gd name="connsiteY16" fmla="*/ 589643 h 718457"/>
              <a:gd name="connsiteX17" fmla="*/ 698500 w 2117271"/>
              <a:gd name="connsiteY17" fmla="*/ 560614 h 718457"/>
              <a:gd name="connsiteX18" fmla="*/ 640443 w 2117271"/>
              <a:gd name="connsiteY18" fmla="*/ 529771 h 718457"/>
              <a:gd name="connsiteX19" fmla="*/ 624114 w 2117271"/>
              <a:gd name="connsiteY19" fmla="*/ 477157 h 718457"/>
              <a:gd name="connsiteX20" fmla="*/ 625929 w 2117271"/>
              <a:gd name="connsiteY20" fmla="*/ 415471 h 718457"/>
              <a:gd name="connsiteX21" fmla="*/ 553357 w 2117271"/>
              <a:gd name="connsiteY21" fmla="*/ 426357 h 718457"/>
              <a:gd name="connsiteX22" fmla="*/ 364672 w 2117271"/>
              <a:gd name="connsiteY22" fmla="*/ 440871 h 718457"/>
              <a:gd name="connsiteX23" fmla="*/ 266700 w 2117271"/>
              <a:gd name="connsiteY23" fmla="*/ 275771 h 718457"/>
              <a:gd name="connsiteX24" fmla="*/ 221343 w 2117271"/>
              <a:gd name="connsiteY24" fmla="*/ 137886 h 718457"/>
              <a:gd name="connsiteX25" fmla="*/ 156029 w 2117271"/>
              <a:gd name="connsiteY25" fmla="*/ 19957 h 718457"/>
              <a:gd name="connsiteX26" fmla="*/ 87086 w 2117271"/>
              <a:gd name="connsiteY26" fmla="*/ 7257 h 718457"/>
              <a:gd name="connsiteX27" fmla="*/ 0 w 2117271"/>
              <a:gd name="connsiteY27" fmla="*/ 1814 h 718457"/>
              <a:gd name="connsiteX0" fmla="*/ 0 w 2117271"/>
              <a:gd name="connsiteY0" fmla="*/ 1814 h 718457"/>
              <a:gd name="connsiteX1" fmla="*/ 0 w 2117271"/>
              <a:gd name="connsiteY1" fmla="*/ 718457 h 718457"/>
              <a:gd name="connsiteX2" fmla="*/ 2113643 w 2117271"/>
              <a:gd name="connsiteY2" fmla="*/ 718457 h 718457"/>
              <a:gd name="connsiteX3" fmla="*/ 2117271 w 2117271"/>
              <a:gd name="connsiteY3" fmla="*/ 0 h 718457"/>
              <a:gd name="connsiteX4" fmla="*/ 1986159 w 2117271"/>
              <a:gd name="connsiteY4" fmla="*/ 43467 h 718457"/>
              <a:gd name="connsiteX5" fmla="*/ 1961243 w 2117271"/>
              <a:gd name="connsiteY5" fmla="*/ 232228 h 718457"/>
              <a:gd name="connsiteX6" fmla="*/ 1836057 w 2117271"/>
              <a:gd name="connsiteY6" fmla="*/ 234042 h 718457"/>
              <a:gd name="connsiteX7" fmla="*/ 1326243 w 2117271"/>
              <a:gd name="connsiteY7" fmla="*/ 315686 h 718457"/>
              <a:gd name="connsiteX8" fmla="*/ 1144330 w 2117271"/>
              <a:gd name="connsiteY8" fmla="*/ 417210 h 718457"/>
              <a:gd name="connsiteX9" fmla="*/ 1139371 w 2117271"/>
              <a:gd name="connsiteY9" fmla="*/ 351971 h 718457"/>
              <a:gd name="connsiteX10" fmla="*/ 1084944 w 2117271"/>
              <a:gd name="connsiteY10" fmla="*/ 404586 h 718457"/>
              <a:gd name="connsiteX11" fmla="*/ 1059543 w 2117271"/>
              <a:gd name="connsiteY11" fmla="*/ 520700 h 718457"/>
              <a:gd name="connsiteX12" fmla="*/ 1037772 w 2117271"/>
              <a:gd name="connsiteY12" fmla="*/ 569686 h 718457"/>
              <a:gd name="connsiteX13" fmla="*/ 1037772 w 2117271"/>
              <a:gd name="connsiteY13" fmla="*/ 580571 h 718457"/>
              <a:gd name="connsiteX14" fmla="*/ 959757 w 2117271"/>
              <a:gd name="connsiteY14" fmla="*/ 595086 h 718457"/>
              <a:gd name="connsiteX15" fmla="*/ 847272 w 2117271"/>
              <a:gd name="connsiteY15" fmla="*/ 596900 h 718457"/>
              <a:gd name="connsiteX16" fmla="*/ 772886 w 2117271"/>
              <a:gd name="connsiteY16" fmla="*/ 589643 h 718457"/>
              <a:gd name="connsiteX17" fmla="*/ 698500 w 2117271"/>
              <a:gd name="connsiteY17" fmla="*/ 560614 h 718457"/>
              <a:gd name="connsiteX18" fmla="*/ 640443 w 2117271"/>
              <a:gd name="connsiteY18" fmla="*/ 529771 h 718457"/>
              <a:gd name="connsiteX19" fmla="*/ 624114 w 2117271"/>
              <a:gd name="connsiteY19" fmla="*/ 477157 h 718457"/>
              <a:gd name="connsiteX20" fmla="*/ 625929 w 2117271"/>
              <a:gd name="connsiteY20" fmla="*/ 415471 h 718457"/>
              <a:gd name="connsiteX21" fmla="*/ 553357 w 2117271"/>
              <a:gd name="connsiteY21" fmla="*/ 426357 h 718457"/>
              <a:gd name="connsiteX22" fmla="*/ 364672 w 2117271"/>
              <a:gd name="connsiteY22" fmla="*/ 440871 h 718457"/>
              <a:gd name="connsiteX23" fmla="*/ 266700 w 2117271"/>
              <a:gd name="connsiteY23" fmla="*/ 275771 h 718457"/>
              <a:gd name="connsiteX24" fmla="*/ 221343 w 2117271"/>
              <a:gd name="connsiteY24" fmla="*/ 137886 h 718457"/>
              <a:gd name="connsiteX25" fmla="*/ 156029 w 2117271"/>
              <a:gd name="connsiteY25" fmla="*/ 19957 h 718457"/>
              <a:gd name="connsiteX26" fmla="*/ 87086 w 2117271"/>
              <a:gd name="connsiteY26" fmla="*/ 7257 h 718457"/>
              <a:gd name="connsiteX27" fmla="*/ 0 w 2117271"/>
              <a:gd name="connsiteY27" fmla="*/ 1814 h 718457"/>
              <a:gd name="connsiteX0" fmla="*/ 0 w 2117271"/>
              <a:gd name="connsiteY0" fmla="*/ 1814 h 718457"/>
              <a:gd name="connsiteX1" fmla="*/ 0 w 2117271"/>
              <a:gd name="connsiteY1" fmla="*/ 718457 h 718457"/>
              <a:gd name="connsiteX2" fmla="*/ 2113643 w 2117271"/>
              <a:gd name="connsiteY2" fmla="*/ 718457 h 718457"/>
              <a:gd name="connsiteX3" fmla="*/ 2117271 w 2117271"/>
              <a:gd name="connsiteY3" fmla="*/ 0 h 718457"/>
              <a:gd name="connsiteX4" fmla="*/ 2065988 w 2117271"/>
              <a:gd name="connsiteY4" fmla="*/ 14439 h 718457"/>
              <a:gd name="connsiteX5" fmla="*/ 1986159 w 2117271"/>
              <a:gd name="connsiteY5" fmla="*/ 43467 h 718457"/>
              <a:gd name="connsiteX6" fmla="*/ 1961243 w 2117271"/>
              <a:gd name="connsiteY6" fmla="*/ 232228 h 718457"/>
              <a:gd name="connsiteX7" fmla="*/ 1836057 w 2117271"/>
              <a:gd name="connsiteY7" fmla="*/ 234042 h 718457"/>
              <a:gd name="connsiteX8" fmla="*/ 1326243 w 2117271"/>
              <a:gd name="connsiteY8" fmla="*/ 315686 h 718457"/>
              <a:gd name="connsiteX9" fmla="*/ 1144330 w 2117271"/>
              <a:gd name="connsiteY9" fmla="*/ 417210 h 718457"/>
              <a:gd name="connsiteX10" fmla="*/ 1139371 w 2117271"/>
              <a:gd name="connsiteY10" fmla="*/ 351971 h 718457"/>
              <a:gd name="connsiteX11" fmla="*/ 1084944 w 2117271"/>
              <a:gd name="connsiteY11" fmla="*/ 404586 h 718457"/>
              <a:gd name="connsiteX12" fmla="*/ 1059543 w 2117271"/>
              <a:gd name="connsiteY12" fmla="*/ 520700 h 718457"/>
              <a:gd name="connsiteX13" fmla="*/ 1037772 w 2117271"/>
              <a:gd name="connsiteY13" fmla="*/ 569686 h 718457"/>
              <a:gd name="connsiteX14" fmla="*/ 1037772 w 2117271"/>
              <a:gd name="connsiteY14" fmla="*/ 580571 h 718457"/>
              <a:gd name="connsiteX15" fmla="*/ 959757 w 2117271"/>
              <a:gd name="connsiteY15" fmla="*/ 595086 h 718457"/>
              <a:gd name="connsiteX16" fmla="*/ 847272 w 2117271"/>
              <a:gd name="connsiteY16" fmla="*/ 596900 h 718457"/>
              <a:gd name="connsiteX17" fmla="*/ 772886 w 2117271"/>
              <a:gd name="connsiteY17" fmla="*/ 589643 h 718457"/>
              <a:gd name="connsiteX18" fmla="*/ 698500 w 2117271"/>
              <a:gd name="connsiteY18" fmla="*/ 560614 h 718457"/>
              <a:gd name="connsiteX19" fmla="*/ 640443 w 2117271"/>
              <a:gd name="connsiteY19" fmla="*/ 529771 h 718457"/>
              <a:gd name="connsiteX20" fmla="*/ 624114 w 2117271"/>
              <a:gd name="connsiteY20" fmla="*/ 477157 h 718457"/>
              <a:gd name="connsiteX21" fmla="*/ 625929 w 2117271"/>
              <a:gd name="connsiteY21" fmla="*/ 415471 h 718457"/>
              <a:gd name="connsiteX22" fmla="*/ 553357 w 2117271"/>
              <a:gd name="connsiteY22" fmla="*/ 426357 h 718457"/>
              <a:gd name="connsiteX23" fmla="*/ 364672 w 2117271"/>
              <a:gd name="connsiteY23" fmla="*/ 440871 h 718457"/>
              <a:gd name="connsiteX24" fmla="*/ 266700 w 2117271"/>
              <a:gd name="connsiteY24" fmla="*/ 275771 h 718457"/>
              <a:gd name="connsiteX25" fmla="*/ 221343 w 2117271"/>
              <a:gd name="connsiteY25" fmla="*/ 137886 h 718457"/>
              <a:gd name="connsiteX26" fmla="*/ 156029 w 2117271"/>
              <a:gd name="connsiteY26" fmla="*/ 19957 h 718457"/>
              <a:gd name="connsiteX27" fmla="*/ 87086 w 2117271"/>
              <a:gd name="connsiteY27" fmla="*/ 7257 h 718457"/>
              <a:gd name="connsiteX28" fmla="*/ 0 w 2117271"/>
              <a:gd name="connsiteY28" fmla="*/ 1814 h 718457"/>
              <a:gd name="connsiteX0" fmla="*/ 0 w 2117271"/>
              <a:gd name="connsiteY0" fmla="*/ 1814 h 718457"/>
              <a:gd name="connsiteX1" fmla="*/ 0 w 2117271"/>
              <a:gd name="connsiteY1" fmla="*/ 718457 h 718457"/>
              <a:gd name="connsiteX2" fmla="*/ 2113643 w 2117271"/>
              <a:gd name="connsiteY2" fmla="*/ 718457 h 718457"/>
              <a:gd name="connsiteX3" fmla="*/ 2117271 w 2117271"/>
              <a:gd name="connsiteY3" fmla="*/ 0 h 718457"/>
              <a:gd name="connsiteX4" fmla="*/ 2038774 w 2117271"/>
              <a:gd name="connsiteY4" fmla="*/ 1739 h 718457"/>
              <a:gd name="connsiteX5" fmla="*/ 1986159 w 2117271"/>
              <a:gd name="connsiteY5" fmla="*/ 43467 h 718457"/>
              <a:gd name="connsiteX6" fmla="*/ 1961243 w 2117271"/>
              <a:gd name="connsiteY6" fmla="*/ 232228 h 718457"/>
              <a:gd name="connsiteX7" fmla="*/ 1836057 w 2117271"/>
              <a:gd name="connsiteY7" fmla="*/ 234042 h 718457"/>
              <a:gd name="connsiteX8" fmla="*/ 1326243 w 2117271"/>
              <a:gd name="connsiteY8" fmla="*/ 315686 h 718457"/>
              <a:gd name="connsiteX9" fmla="*/ 1144330 w 2117271"/>
              <a:gd name="connsiteY9" fmla="*/ 417210 h 718457"/>
              <a:gd name="connsiteX10" fmla="*/ 1139371 w 2117271"/>
              <a:gd name="connsiteY10" fmla="*/ 351971 h 718457"/>
              <a:gd name="connsiteX11" fmla="*/ 1084944 w 2117271"/>
              <a:gd name="connsiteY11" fmla="*/ 404586 h 718457"/>
              <a:gd name="connsiteX12" fmla="*/ 1059543 w 2117271"/>
              <a:gd name="connsiteY12" fmla="*/ 520700 h 718457"/>
              <a:gd name="connsiteX13" fmla="*/ 1037772 w 2117271"/>
              <a:gd name="connsiteY13" fmla="*/ 569686 h 718457"/>
              <a:gd name="connsiteX14" fmla="*/ 1037772 w 2117271"/>
              <a:gd name="connsiteY14" fmla="*/ 580571 h 718457"/>
              <a:gd name="connsiteX15" fmla="*/ 959757 w 2117271"/>
              <a:gd name="connsiteY15" fmla="*/ 595086 h 718457"/>
              <a:gd name="connsiteX16" fmla="*/ 847272 w 2117271"/>
              <a:gd name="connsiteY16" fmla="*/ 596900 h 718457"/>
              <a:gd name="connsiteX17" fmla="*/ 772886 w 2117271"/>
              <a:gd name="connsiteY17" fmla="*/ 589643 h 718457"/>
              <a:gd name="connsiteX18" fmla="*/ 698500 w 2117271"/>
              <a:gd name="connsiteY18" fmla="*/ 560614 h 718457"/>
              <a:gd name="connsiteX19" fmla="*/ 640443 w 2117271"/>
              <a:gd name="connsiteY19" fmla="*/ 529771 h 718457"/>
              <a:gd name="connsiteX20" fmla="*/ 624114 w 2117271"/>
              <a:gd name="connsiteY20" fmla="*/ 477157 h 718457"/>
              <a:gd name="connsiteX21" fmla="*/ 625929 w 2117271"/>
              <a:gd name="connsiteY21" fmla="*/ 415471 h 718457"/>
              <a:gd name="connsiteX22" fmla="*/ 553357 w 2117271"/>
              <a:gd name="connsiteY22" fmla="*/ 426357 h 718457"/>
              <a:gd name="connsiteX23" fmla="*/ 364672 w 2117271"/>
              <a:gd name="connsiteY23" fmla="*/ 440871 h 718457"/>
              <a:gd name="connsiteX24" fmla="*/ 266700 w 2117271"/>
              <a:gd name="connsiteY24" fmla="*/ 275771 h 718457"/>
              <a:gd name="connsiteX25" fmla="*/ 221343 w 2117271"/>
              <a:gd name="connsiteY25" fmla="*/ 137886 h 718457"/>
              <a:gd name="connsiteX26" fmla="*/ 156029 w 2117271"/>
              <a:gd name="connsiteY26" fmla="*/ 19957 h 718457"/>
              <a:gd name="connsiteX27" fmla="*/ 87086 w 2117271"/>
              <a:gd name="connsiteY27" fmla="*/ 7257 h 718457"/>
              <a:gd name="connsiteX28" fmla="*/ 0 w 2117271"/>
              <a:gd name="connsiteY28" fmla="*/ 1814 h 718457"/>
              <a:gd name="connsiteX0" fmla="*/ 0 w 2117271"/>
              <a:gd name="connsiteY0" fmla="*/ 23585 h 740228"/>
              <a:gd name="connsiteX1" fmla="*/ 0 w 2117271"/>
              <a:gd name="connsiteY1" fmla="*/ 740228 h 740228"/>
              <a:gd name="connsiteX2" fmla="*/ 2113643 w 2117271"/>
              <a:gd name="connsiteY2" fmla="*/ 740228 h 740228"/>
              <a:gd name="connsiteX3" fmla="*/ 2117271 w 2117271"/>
              <a:gd name="connsiteY3" fmla="*/ 0 h 740228"/>
              <a:gd name="connsiteX4" fmla="*/ 2038774 w 2117271"/>
              <a:gd name="connsiteY4" fmla="*/ 23510 h 740228"/>
              <a:gd name="connsiteX5" fmla="*/ 1986159 w 2117271"/>
              <a:gd name="connsiteY5" fmla="*/ 65238 h 740228"/>
              <a:gd name="connsiteX6" fmla="*/ 1961243 w 2117271"/>
              <a:gd name="connsiteY6" fmla="*/ 253999 h 740228"/>
              <a:gd name="connsiteX7" fmla="*/ 1836057 w 2117271"/>
              <a:gd name="connsiteY7" fmla="*/ 255813 h 740228"/>
              <a:gd name="connsiteX8" fmla="*/ 1326243 w 2117271"/>
              <a:gd name="connsiteY8" fmla="*/ 337457 h 740228"/>
              <a:gd name="connsiteX9" fmla="*/ 1144330 w 2117271"/>
              <a:gd name="connsiteY9" fmla="*/ 438981 h 740228"/>
              <a:gd name="connsiteX10" fmla="*/ 1139371 w 2117271"/>
              <a:gd name="connsiteY10" fmla="*/ 373742 h 740228"/>
              <a:gd name="connsiteX11" fmla="*/ 1084944 w 2117271"/>
              <a:gd name="connsiteY11" fmla="*/ 426357 h 740228"/>
              <a:gd name="connsiteX12" fmla="*/ 1059543 w 2117271"/>
              <a:gd name="connsiteY12" fmla="*/ 542471 h 740228"/>
              <a:gd name="connsiteX13" fmla="*/ 1037772 w 2117271"/>
              <a:gd name="connsiteY13" fmla="*/ 591457 h 740228"/>
              <a:gd name="connsiteX14" fmla="*/ 1037772 w 2117271"/>
              <a:gd name="connsiteY14" fmla="*/ 602342 h 740228"/>
              <a:gd name="connsiteX15" fmla="*/ 959757 w 2117271"/>
              <a:gd name="connsiteY15" fmla="*/ 616857 h 740228"/>
              <a:gd name="connsiteX16" fmla="*/ 847272 w 2117271"/>
              <a:gd name="connsiteY16" fmla="*/ 618671 h 740228"/>
              <a:gd name="connsiteX17" fmla="*/ 772886 w 2117271"/>
              <a:gd name="connsiteY17" fmla="*/ 611414 h 740228"/>
              <a:gd name="connsiteX18" fmla="*/ 698500 w 2117271"/>
              <a:gd name="connsiteY18" fmla="*/ 582385 h 740228"/>
              <a:gd name="connsiteX19" fmla="*/ 640443 w 2117271"/>
              <a:gd name="connsiteY19" fmla="*/ 551542 h 740228"/>
              <a:gd name="connsiteX20" fmla="*/ 624114 w 2117271"/>
              <a:gd name="connsiteY20" fmla="*/ 498928 h 740228"/>
              <a:gd name="connsiteX21" fmla="*/ 625929 w 2117271"/>
              <a:gd name="connsiteY21" fmla="*/ 437242 h 740228"/>
              <a:gd name="connsiteX22" fmla="*/ 553357 w 2117271"/>
              <a:gd name="connsiteY22" fmla="*/ 448128 h 740228"/>
              <a:gd name="connsiteX23" fmla="*/ 364672 w 2117271"/>
              <a:gd name="connsiteY23" fmla="*/ 462642 h 740228"/>
              <a:gd name="connsiteX24" fmla="*/ 266700 w 2117271"/>
              <a:gd name="connsiteY24" fmla="*/ 297542 h 740228"/>
              <a:gd name="connsiteX25" fmla="*/ 221343 w 2117271"/>
              <a:gd name="connsiteY25" fmla="*/ 159657 h 740228"/>
              <a:gd name="connsiteX26" fmla="*/ 156029 w 2117271"/>
              <a:gd name="connsiteY26" fmla="*/ 41728 h 740228"/>
              <a:gd name="connsiteX27" fmla="*/ 87086 w 2117271"/>
              <a:gd name="connsiteY27" fmla="*/ 29028 h 740228"/>
              <a:gd name="connsiteX28" fmla="*/ 0 w 2117271"/>
              <a:gd name="connsiteY28" fmla="*/ 23585 h 740228"/>
              <a:gd name="connsiteX0" fmla="*/ 0 w 2117271"/>
              <a:gd name="connsiteY0" fmla="*/ 23585 h 740228"/>
              <a:gd name="connsiteX1" fmla="*/ 0 w 2117271"/>
              <a:gd name="connsiteY1" fmla="*/ 740228 h 740228"/>
              <a:gd name="connsiteX2" fmla="*/ 2113643 w 2117271"/>
              <a:gd name="connsiteY2" fmla="*/ 740228 h 740228"/>
              <a:gd name="connsiteX3" fmla="*/ 2117271 w 2117271"/>
              <a:gd name="connsiteY3" fmla="*/ 0 h 740228"/>
              <a:gd name="connsiteX4" fmla="*/ 2038774 w 2117271"/>
              <a:gd name="connsiteY4" fmla="*/ 23510 h 740228"/>
              <a:gd name="connsiteX5" fmla="*/ 1986159 w 2117271"/>
              <a:gd name="connsiteY5" fmla="*/ 65238 h 740228"/>
              <a:gd name="connsiteX6" fmla="*/ 1961243 w 2117271"/>
              <a:gd name="connsiteY6" fmla="*/ 253999 h 740228"/>
              <a:gd name="connsiteX7" fmla="*/ 1836057 w 2117271"/>
              <a:gd name="connsiteY7" fmla="*/ 255813 h 740228"/>
              <a:gd name="connsiteX8" fmla="*/ 1669143 w 2117271"/>
              <a:gd name="connsiteY8" fmla="*/ 306614 h 740228"/>
              <a:gd name="connsiteX9" fmla="*/ 1144330 w 2117271"/>
              <a:gd name="connsiteY9" fmla="*/ 438981 h 740228"/>
              <a:gd name="connsiteX10" fmla="*/ 1139371 w 2117271"/>
              <a:gd name="connsiteY10" fmla="*/ 373742 h 740228"/>
              <a:gd name="connsiteX11" fmla="*/ 1084944 w 2117271"/>
              <a:gd name="connsiteY11" fmla="*/ 426357 h 740228"/>
              <a:gd name="connsiteX12" fmla="*/ 1059543 w 2117271"/>
              <a:gd name="connsiteY12" fmla="*/ 542471 h 740228"/>
              <a:gd name="connsiteX13" fmla="*/ 1037772 w 2117271"/>
              <a:gd name="connsiteY13" fmla="*/ 591457 h 740228"/>
              <a:gd name="connsiteX14" fmla="*/ 1037772 w 2117271"/>
              <a:gd name="connsiteY14" fmla="*/ 602342 h 740228"/>
              <a:gd name="connsiteX15" fmla="*/ 959757 w 2117271"/>
              <a:gd name="connsiteY15" fmla="*/ 616857 h 740228"/>
              <a:gd name="connsiteX16" fmla="*/ 847272 w 2117271"/>
              <a:gd name="connsiteY16" fmla="*/ 618671 h 740228"/>
              <a:gd name="connsiteX17" fmla="*/ 772886 w 2117271"/>
              <a:gd name="connsiteY17" fmla="*/ 611414 h 740228"/>
              <a:gd name="connsiteX18" fmla="*/ 698500 w 2117271"/>
              <a:gd name="connsiteY18" fmla="*/ 582385 h 740228"/>
              <a:gd name="connsiteX19" fmla="*/ 640443 w 2117271"/>
              <a:gd name="connsiteY19" fmla="*/ 551542 h 740228"/>
              <a:gd name="connsiteX20" fmla="*/ 624114 w 2117271"/>
              <a:gd name="connsiteY20" fmla="*/ 498928 h 740228"/>
              <a:gd name="connsiteX21" fmla="*/ 625929 w 2117271"/>
              <a:gd name="connsiteY21" fmla="*/ 437242 h 740228"/>
              <a:gd name="connsiteX22" fmla="*/ 553357 w 2117271"/>
              <a:gd name="connsiteY22" fmla="*/ 448128 h 740228"/>
              <a:gd name="connsiteX23" fmla="*/ 364672 w 2117271"/>
              <a:gd name="connsiteY23" fmla="*/ 462642 h 740228"/>
              <a:gd name="connsiteX24" fmla="*/ 266700 w 2117271"/>
              <a:gd name="connsiteY24" fmla="*/ 297542 h 740228"/>
              <a:gd name="connsiteX25" fmla="*/ 221343 w 2117271"/>
              <a:gd name="connsiteY25" fmla="*/ 159657 h 740228"/>
              <a:gd name="connsiteX26" fmla="*/ 156029 w 2117271"/>
              <a:gd name="connsiteY26" fmla="*/ 41728 h 740228"/>
              <a:gd name="connsiteX27" fmla="*/ 87086 w 2117271"/>
              <a:gd name="connsiteY27" fmla="*/ 29028 h 740228"/>
              <a:gd name="connsiteX28" fmla="*/ 0 w 2117271"/>
              <a:gd name="connsiteY28" fmla="*/ 23585 h 740228"/>
              <a:gd name="connsiteX0" fmla="*/ 0 w 2117271"/>
              <a:gd name="connsiteY0" fmla="*/ 23585 h 740228"/>
              <a:gd name="connsiteX1" fmla="*/ 0 w 2117271"/>
              <a:gd name="connsiteY1" fmla="*/ 740228 h 740228"/>
              <a:gd name="connsiteX2" fmla="*/ 2113643 w 2117271"/>
              <a:gd name="connsiteY2" fmla="*/ 740228 h 740228"/>
              <a:gd name="connsiteX3" fmla="*/ 2117271 w 2117271"/>
              <a:gd name="connsiteY3" fmla="*/ 0 h 740228"/>
              <a:gd name="connsiteX4" fmla="*/ 2038774 w 2117271"/>
              <a:gd name="connsiteY4" fmla="*/ 23510 h 740228"/>
              <a:gd name="connsiteX5" fmla="*/ 1986159 w 2117271"/>
              <a:gd name="connsiteY5" fmla="*/ 65238 h 740228"/>
              <a:gd name="connsiteX6" fmla="*/ 1961243 w 2117271"/>
              <a:gd name="connsiteY6" fmla="*/ 253999 h 740228"/>
              <a:gd name="connsiteX7" fmla="*/ 1836057 w 2117271"/>
              <a:gd name="connsiteY7" fmla="*/ 255813 h 740228"/>
              <a:gd name="connsiteX8" fmla="*/ 1669143 w 2117271"/>
              <a:gd name="connsiteY8" fmla="*/ 306614 h 740228"/>
              <a:gd name="connsiteX9" fmla="*/ 1572502 w 2117271"/>
              <a:gd name="connsiteY9" fmla="*/ 362781 h 740228"/>
              <a:gd name="connsiteX10" fmla="*/ 1139371 w 2117271"/>
              <a:gd name="connsiteY10" fmla="*/ 373742 h 740228"/>
              <a:gd name="connsiteX11" fmla="*/ 1084944 w 2117271"/>
              <a:gd name="connsiteY11" fmla="*/ 426357 h 740228"/>
              <a:gd name="connsiteX12" fmla="*/ 1059543 w 2117271"/>
              <a:gd name="connsiteY12" fmla="*/ 542471 h 740228"/>
              <a:gd name="connsiteX13" fmla="*/ 1037772 w 2117271"/>
              <a:gd name="connsiteY13" fmla="*/ 591457 h 740228"/>
              <a:gd name="connsiteX14" fmla="*/ 1037772 w 2117271"/>
              <a:gd name="connsiteY14" fmla="*/ 602342 h 740228"/>
              <a:gd name="connsiteX15" fmla="*/ 959757 w 2117271"/>
              <a:gd name="connsiteY15" fmla="*/ 616857 h 740228"/>
              <a:gd name="connsiteX16" fmla="*/ 847272 w 2117271"/>
              <a:gd name="connsiteY16" fmla="*/ 618671 h 740228"/>
              <a:gd name="connsiteX17" fmla="*/ 772886 w 2117271"/>
              <a:gd name="connsiteY17" fmla="*/ 611414 h 740228"/>
              <a:gd name="connsiteX18" fmla="*/ 698500 w 2117271"/>
              <a:gd name="connsiteY18" fmla="*/ 582385 h 740228"/>
              <a:gd name="connsiteX19" fmla="*/ 640443 w 2117271"/>
              <a:gd name="connsiteY19" fmla="*/ 551542 h 740228"/>
              <a:gd name="connsiteX20" fmla="*/ 624114 w 2117271"/>
              <a:gd name="connsiteY20" fmla="*/ 498928 h 740228"/>
              <a:gd name="connsiteX21" fmla="*/ 625929 w 2117271"/>
              <a:gd name="connsiteY21" fmla="*/ 437242 h 740228"/>
              <a:gd name="connsiteX22" fmla="*/ 553357 w 2117271"/>
              <a:gd name="connsiteY22" fmla="*/ 448128 h 740228"/>
              <a:gd name="connsiteX23" fmla="*/ 364672 w 2117271"/>
              <a:gd name="connsiteY23" fmla="*/ 462642 h 740228"/>
              <a:gd name="connsiteX24" fmla="*/ 266700 w 2117271"/>
              <a:gd name="connsiteY24" fmla="*/ 297542 h 740228"/>
              <a:gd name="connsiteX25" fmla="*/ 221343 w 2117271"/>
              <a:gd name="connsiteY25" fmla="*/ 159657 h 740228"/>
              <a:gd name="connsiteX26" fmla="*/ 156029 w 2117271"/>
              <a:gd name="connsiteY26" fmla="*/ 41728 h 740228"/>
              <a:gd name="connsiteX27" fmla="*/ 87086 w 2117271"/>
              <a:gd name="connsiteY27" fmla="*/ 29028 h 740228"/>
              <a:gd name="connsiteX28" fmla="*/ 0 w 2117271"/>
              <a:gd name="connsiteY28" fmla="*/ 23585 h 740228"/>
              <a:gd name="connsiteX0" fmla="*/ 0 w 2117271"/>
              <a:gd name="connsiteY0" fmla="*/ 23585 h 740228"/>
              <a:gd name="connsiteX1" fmla="*/ 0 w 2117271"/>
              <a:gd name="connsiteY1" fmla="*/ 740228 h 740228"/>
              <a:gd name="connsiteX2" fmla="*/ 2113643 w 2117271"/>
              <a:gd name="connsiteY2" fmla="*/ 740228 h 740228"/>
              <a:gd name="connsiteX3" fmla="*/ 2117271 w 2117271"/>
              <a:gd name="connsiteY3" fmla="*/ 0 h 740228"/>
              <a:gd name="connsiteX4" fmla="*/ 2038774 w 2117271"/>
              <a:gd name="connsiteY4" fmla="*/ 23510 h 740228"/>
              <a:gd name="connsiteX5" fmla="*/ 1986159 w 2117271"/>
              <a:gd name="connsiteY5" fmla="*/ 65238 h 740228"/>
              <a:gd name="connsiteX6" fmla="*/ 1961243 w 2117271"/>
              <a:gd name="connsiteY6" fmla="*/ 253999 h 740228"/>
              <a:gd name="connsiteX7" fmla="*/ 1836057 w 2117271"/>
              <a:gd name="connsiteY7" fmla="*/ 255813 h 740228"/>
              <a:gd name="connsiteX8" fmla="*/ 1669143 w 2117271"/>
              <a:gd name="connsiteY8" fmla="*/ 306614 h 740228"/>
              <a:gd name="connsiteX9" fmla="*/ 1572502 w 2117271"/>
              <a:gd name="connsiteY9" fmla="*/ 362781 h 740228"/>
              <a:gd name="connsiteX10" fmla="*/ 1418771 w 2117271"/>
              <a:gd name="connsiteY10" fmla="*/ 395514 h 740228"/>
              <a:gd name="connsiteX11" fmla="*/ 1084944 w 2117271"/>
              <a:gd name="connsiteY11" fmla="*/ 426357 h 740228"/>
              <a:gd name="connsiteX12" fmla="*/ 1059543 w 2117271"/>
              <a:gd name="connsiteY12" fmla="*/ 542471 h 740228"/>
              <a:gd name="connsiteX13" fmla="*/ 1037772 w 2117271"/>
              <a:gd name="connsiteY13" fmla="*/ 591457 h 740228"/>
              <a:gd name="connsiteX14" fmla="*/ 1037772 w 2117271"/>
              <a:gd name="connsiteY14" fmla="*/ 602342 h 740228"/>
              <a:gd name="connsiteX15" fmla="*/ 959757 w 2117271"/>
              <a:gd name="connsiteY15" fmla="*/ 616857 h 740228"/>
              <a:gd name="connsiteX16" fmla="*/ 847272 w 2117271"/>
              <a:gd name="connsiteY16" fmla="*/ 618671 h 740228"/>
              <a:gd name="connsiteX17" fmla="*/ 772886 w 2117271"/>
              <a:gd name="connsiteY17" fmla="*/ 611414 h 740228"/>
              <a:gd name="connsiteX18" fmla="*/ 698500 w 2117271"/>
              <a:gd name="connsiteY18" fmla="*/ 582385 h 740228"/>
              <a:gd name="connsiteX19" fmla="*/ 640443 w 2117271"/>
              <a:gd name="connsiteY19" fmla="*/ 551542 h 740228"/>
              <a:gd name="connsiteX20" fmla="*/ 624114 w 2117271"/>
              <a:gd name="connsiteY20" fmla="*/ 498928 h 740228"/>
              <a:gd name="connsiteX21" fmla="*/ 625929 w 2117271"/>
              <a:gd name="connsiteY21" fmla="*/ 437242 h 740228"/>
              <a:gd name="connsiteX22" fmla="*/ 553357 w 2117271"/>
              <a:gd name="connsiteY22" fmla="*/ 448128 h 740228"/>
              <a:gd name="connsiteX23" fmla="*/ 364672 w 2117271"/>
              <a:gd name="connsiteY23" fmla="*/ 462642 h 740228"/>
              <a:gd name="connsiteX24" fmla="*/ 266700 w 2117271"/>
              <a:gd name="connsiteY24" fmla="*/ 297542 h 740228"/>
              <a:gd name="connsiteX25" fmla="*/ 221343 w 2117271"/>
              <a:gd name="connsiteY25" fmla="*/ 159657 h 740228"/>
              <a:gd name="connsiteX26" fmla="*/ 156029 w 2117271"/>
              <a:gd name="connsiteY26" fmla="*/ 41728 h 740228"/>
              <a:gd name="connsiteX27" fmla="*/ 87086 w 2117271"/>
              <a:gd name="connsiteY27" fmla="*/ 29028 h 740228"/>
              <a:gd name="connsiteX28" fmla="*/ 0 w 2117271"/>
              <a:gd name="connsiteY28" fmla="*/ 23585 h 740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2117271" h="740228">
                <a:moveTo>
                  <a:pt x="0" y="23585"/>
                </a:moveTo>
                <a:lnTo>
                  <a:pt x="0" y="740228"/>
                </a:lnTo>
                <a:lnTo>
                  <a:pt x="2113643" y="740228"/>
                </a:lnTo>
                <a:cubicBezTo>
                  <a:pt x="2114852" y="500742"/>
                  <a:pt x="2116062" y="239486"/>
                  <a:pt x="2117271" y="0"/>
                </a:cubicBezTo>
                <a:lnTo>
                  <a:pt x="2038774" y="23510"/>
                </a:lnTo>
                <a:lnTo>
                  <a:pt x="1986159" y="65238"/>
                </a:lnTo>
                <a:lnTo>
                  <a:pt x="1961243" y="253999"/>
                </a:lnTo>
                <a:lnTo>
                  <a:pt x="1836057" y="255813"/>
                </a:lnTo>
                <a:lnTo>
                  <a:pt x="1669143" y="306614"/>
                </a:lnTo>
                <a:cubicBezTo>
                  <a:pt x="1650234" y="307193"/>
                  <a:pt x="1591411" y="362202"/>
                  <a:pt x="1572502" y="362781"/>
                </a:cubicBezTo>
                <a:lnTo>
                  <a:pt x="1418771" y="395514"/>
                </a:lnTo>
                <a:lnTo>
                  <a:pt x="1084944" y="426357"/>
                </a:lnTo>
                <a:lnTo>
                  <a:pt x="1059543" y="542471"/>
                </a:lnTo>
                <a:lnTo>
                  <a:pt x="1037772" y="591457"/>
                </a:lnTo>
                <a:lnTo>
                  <a:pt x="1037772" y="602342"/>
                </a:lnTo>
                <a:lnTo>
                  <a:pt x="959757" y="616857"/>
                </a:lnTo>
                <a:lnTo>
                  <a:pt x="847272" y="618671"/>
                </a:lnTo>
                <a:lnTo>
                  <a:pt x="772886" y="611414"/>
                </a:lnTo>
                <a:lnTo>
                  <a:pt x="698500" y="582385"/>
                </a:lnTo>
                <a:lnTo>
                  <a:pt x="640443" y="551542"/>
                </a:lnTo>
                <a:lnTo>
                  <a:pt x="624114" y="498928"/>
                </a:lnTo>
                <a:lnTo>
                  <a:pt x="625929" y="437242"/>
                </a:lnTo>
                <a:lnTo>
                  <a:pt x="553357" y="448128"/>
                </a:lnTo>
                <a:lnTo>
                  <a:pt x="364672" y="462642"/>
                </a:lnTo>
                <a:lnTo>
                  <a:pt x="266700" y="297542"/>
                </a:lnTo>
                <a:lnTo>
                  <a:pt x="221343" y="159657"/>
                </a:lnTo>
                <a:lnTo>
                  <a:pt x="156029" y="41728"/>
                </a:lnTo>
                <a:lnTo>
                  <a:pt x="87086" y="29028"/>
                </a:lnTo>
                <a:lnTo>
                  <a:pt x="0" y="23585"/>
                </a:lnTo>
                <a:close/>
              </a:path>
            </a:pathLst>
          </a:custGeom>
          <a:solidFill>
            <a:srgbClr val="DCE3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AF03DFF-7A7B-0B28-854F-EAC706355CF2}"/>
              </a:ext>
            </a:extLst>
          </p:cNvPr>
          <p:cNvSpPr/>
          <p:nvPr/>
        </p:nvSpPr>
        <p:spPr>
          <a:xfrm>
            <a:off x="3454127" y="2097923"/>
            <a:ext cx="1051861" cy="488106"/>
          </a:xfrm>
          <a:custGeom>
            <a:avLst/>
            <a:gdLst>
              <a:gd name="connsiteX0" fmla="*/ 0 w 2068497"/>
              <a:gd name="connsiteY0" fmla="*/ 821185 h 825624"/>
              <a:gd name="connsiteX1" fmla="*/ 124288 w 2068497"/>
              <a:gd name="connsiteY1" fmla="*/ 656948 h 825624"/>
              <a:gd name="connsiteX2" fmla="*/ 275208 w 2068497"/>
              <a:gd name="connsiteY2" fmla="*/ 483833 h 825624"/>
              <a:gd name="connsiteX3" fmla="*/ 403934 w 2068497"/>
              <a:gd name="connsiteY3" fmla="*/ 328474 h 825624"/>
              <a:gd name="connsiteX4" fmla="*/ 537099 w 2068497"/>
              <a:gd name="connsiteY4" fmla="*/ 195309 h 825624"/>
              <a:gd name="connsiteX5" fmla="*/ 683581 w 2068497"/>
              <a:gd name="connsiteY5" fmla="*/ 115410 h 825624"/>
              <a:gd name="connsiteX6" fmla="*/ 887767 w 2068497"/>
              <a:gd name="connsiteY6" fmla="*/ 26633 h 825624"/>
              <a:gd name="connsiteX7" fmla="*/ 1043127 w 2068497"/>
              <a:gd name="connsiteY7" fmla="*/ 0 h 825624"/>
              <a:gd name="connsiteX8" fmla="*/ 1278385 w 2068497"/>
              <a:gd name="connsiteY8" fmla="*/ 79899 h 825624"/>
              <a:gd name="connsiteX9" fmla="*/ 1451499 w 2068497"/>
              <a:gd name="connsiteY9" fmla="*/ 204187 h 825624"/>
              <a:gd name="connsiteX10" fmla="*/ 1655686 w 2068497"/>
              <a:gd name="connsiteY10" fmla="*/ 390618 h 825624"/>
              <a:gd name="connsiteX11" fmla="*/ 1815484 w 2068497"/>
              <a:gd name="connsiteY11" fmla="*/ 559293 h 825624"/>
              <a:gd name="connsiteX12" fmla="*/ 1926455 w 2068497"/>
              <a:gd name="connsiteY12" fmla="*/ 670264 h 825624"/>
              <a:gd name="connsiteX13" fmla="*/ 2019670 w 2068497"/>
              <a:gd name="connsiteY13" fmla="*/ 763480 h 825624"/>
              <a:gd name="connsiteX14" fmla="*/ 2068497 w 2068497"/>
              <a:gd name="connsiteY14" fmla="*/ 825624 h 825624"/>
              <a:gd name="connsiteX15" fmla="*/ 0 w 2068497"/>
              <a:gd name="connsiteY15" fmla="*/ 821185 h 825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68497" h="825624">
                <a:moveTo>
                  <a:pt x="0" y="821185"/>
                </a:moveTo>
                <a:lnTo>
                  <a:pt x="124288" y="656948"/>
                </a:lnTo>
                <a:lnTo>
                  <a:pt x="275208" y="483833"/>
                </a:lnTo>
                <a:lnTo>
                  <a:pt x="403934" y="328474"/>
                </a:lnTo>
                <a:lnTo>
                  <a:pt x="537099" y="195309"/>
                </a:lnTo>
                <a:lnTo>
                  <a:pt x="683581" y="115410"/>
                </a:lnTo>
                <a:lnTo>
                  <a:pt x="887767" y="26633"/>
                </a:lnTo>
                <a:lnTo>
                  <a:pt x="1043127" y="0"/>
                </a:lnTo>
                <a:lnTo>
                  <a:pt x="1278385" y="79899"/>
                </a:lnTo>
                <a:lnTo>
                  <a:pt x="1451499" y="204187"/>
                </a:lnTo>
                <a:lnTo>
                  <a:pt x="1655686" y="390618"/>
                </a:lnTo>
                <a:lnTo>
                  <a:pt x="1815484" y="559293"/>
                </a:lnTo>
                <a:lnTo>
                  <a:pt x="1926455" y="670264"/>
                </a:lnTo>
                <a:lnTo>
                  <a:pt x="2019670" y="763480"/>
                </a:lnTo>
                <a:lnTo>
                  <a:pt x="2068497" y="825624"/>
                </a:lnTo>
                <a:lnTo>
                  <a:pt x="0" y="821185"/>
                </a:lnTo>
                <a:close/>
              </a:path>
            </a:pathLst>
          </a:custGeom>
          <a:solidFill>
            <a:srgbClr val="A2D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31D1F1A-4543-EE90-5B7D-45D65FC3E170}"/>
              </a:ext>
            </a:extLst>
          </p:cNvPr>
          <p:cNvCxnSpPr>
            <a:cxnSpLocks/>
          </p:cNvCxnSpPr>
          <p:nvPr/>
        </p:nvCxnSpPr>
        <p:spPr>
          <a:xfrm>
            <a:off x="3035298" y="3050092"/>
            <a:ext cx="233837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811137C-7D08-DF1B-A829-52AA66F6FFBF}"/>
              </a:ext>
            </a:extLst>
          </p:cNvPr>
          <p:cNvCxnSpPr>
            <a:cxnSpLocks/>
          </p:cNvCxnSpPr>
          <p:nvPr/>
        </p:nvCxnSpPr>
        <p:spPr>
          <a:xfrm>
            <a:off x="3035298" y="2582760"/>
            <a:ext cx="233837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D49A202-5CE8-FC0D-FE14-6C623E1A0999}"/>
              </a:ext>
            </a:extLst>
          </p:cNvPr>
          <p:cNvSpPr/>
          <p:nvPr/>
        </p:nvSpPr>
        <p:spPr>
          <a:xfrm>
            <a:off x="3019835" y="2094562"/>
            <a:ext cx="2353833" cy="816306"/>
          </a:xfrm>
          <a:custGeom>
            <a:avLst/>
            <a:gdLst>
              <a:gd name="connsiteX0" fmla="*/ 0 w 2532888"/>
              <a:gd name="connsiteY0" fmla="*/ 770169 h 790751"/>
              <a:gd name="connsiteX1" fmla="*/ 128016 w 2532888"/>
              <a:gd name="connsiteY1" fmla="*/ 742737 h 790751"/>
              <a:gd name="connsiteX2" fmla="*/ 246888 w 2532888"/>
              <a:gd name="connsiteY2" fmla="*/ 623865 h 790751"/>
              <a:gd name="connsiteX3" fmla="*/ 420624 w 2532888"/>
              <a:gd name="connsiteY3" fmla="*/ 395265 h 790751"/>
              <a:gd name="connsiteX4" fmla="*/ 603504 w 2532888"/>
              <a:gd name="connsiteY4" fmla="*/ 194097 h 790751"/>
              <a:gd name="connsiteX5" fmla="*/ 758952 w 2532888"/>
              <a:gd name="connsiteY5" fmla="*/ 66081 h 790751"/>
              <a:gd name="connsiteX6" fmla="*/ 987552 w 2532888"/>
              <a:gd name="connsiteY6" fmla="*/ 2073 h 790751"/>
              <a:gd name="connsiteX7" fmla="*/ 1225296 w 2532888"/>
              <a:gd name="connsiteY7" fmla="*/ 139233 h 790751"/>
              <a:gd name="connsiteX8" fmla="*/ 1481328 w 2532888"/>
              <a:gd name="connsiteY8" fmla="*/ 404409 h 790751"/>
              <a:gd name="connsiteX9" fmla="*/ 1636776 w 2532888"/>
              <a:gd name="connsiteY9" fmla="*/ 541569 h 790751"/>
              <a:gd name="connsiteX10" fmla="*/ 1764792 w 2532888"/>
              <a:gd name="connsiteY10" fmla="*/ 660441 h 790751"/>
              <a:gd name="connsiteX11" fmla="*/ 2103120 w 2532888"/>
              <a:gd name="connsiteY11" fmla="*/ 779313 h 790751"/>
              <a:gd name="connsiteX12" fmla="*/ 2532888 w 2532888"/>
              <a:gd name="connsiteY12" fmla="*/ 779313 h 790751"/>
              <a:gd name="connsiteX0" fmla="*/ 0 w 2650886"/>
              <a:gd name="connsiteY0" fmla="*/ 751716 h 790751"/>
              <a:gd name="connsiteX1" fmla="*/ 246014 w 2650886"/>
              <a:gd name="connsiteY1" fmla="*/ 742737 h 790751"/>
              <a:gd name="connsiteX2" fmla="*/ 364886 w 2650886"/>
              <a:gd name="connsiteY2" fmla="*/ 623865 h 790751"/>
              <a:gd name="connsiteX3" fmla="*/ 538622 w 2650886"/>
              <a:gd name="connsiteY3" fmla="*/ 395265 h 790751"/>
              <a:gd name="connsiteX4" fmla="*/ 721502 w 2650886"/>
              <a:gd name="connsiteY4" fmla="*/ 194097 h 790751"/>
              <a:gd name="connsiteX5" fmla="*/ 876950 w 2650886"/>
              <a:gd name="connsiteY5" fmla="*/ 66081 h 790751"/>
              <a:gd name="connsiteX6" fmla="*/ 1105550 w 2650886"/>
              <a:gd name="connsiteY6" fmla="*/ 2073 h 790751"/>
              <a:gd name="connsiteX7" fmla="*/ 1343294 w 2650886"/>
              <a:gd name="connsiteY7" fmla="*/ 139233 h 790751"/>
              <a:gd name="connsiteX8" fmla="*/ 1599326 w 2650886"/>
              <a:gd name="connsiteY8" fmla="*/ 404409 h 790751"/>
              <a:gd name="connsiteX9" fmla="*/ 1754774 w 2650886"/>
              <a:gd name="connsiteY9" fmla="*/ 541569 h 790751"/>
              <a:gd name="connsiteX10" fmla="*/ 1882790 w 2650886"/>
              <a:gd name="connsiteY10" fmla="*/ 660441 h 790751"/>
              <a:gd name="connsiteX11" fmla="*/ 2221118 w 2650886"/>
              <a:gd name="connsiteY11" fmla="*/ 779313 h 790751"/>
              <a:gd name="connsiteX12" fmla="*/ 2650886 w 2650886"/>
              <a:gd name="connsiteY12" fmla="*/ 779313 h 790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50886" h="790751">
                <a:moveTo>
                  <a:pt x="0" y="751716"/>
                </a:moveTo>
                <a:cubicBezTo>
                  <a:pt x="43434" y="750192"/>
                  <a:pt x="185200" y="764045"/>
                  <a:pt x="246014" y="742737"/>
                </a:cubicBezTo>
                <a:cubicBezTo>
                  <a:pt x="306828" y="721429"/>
                  <a:pt x="316118" y="681777"/>
                  <a:pt x="364886" y="623865"/>
                </a:cubicBezTo>
                <a:cubicBezTo>
                  <a:pt x="413654" y="565953"/>
                  <a:pt x="479186" y="466893"/>
                  <a:pt x="538622" y="395265"/>
                </a:cubicBezTo>
                <a:cubicBezTo>
                  <a:pt x="598058" y="323637"/>
                  <a:pt x="665114" y="248961"/>
                  <a:pt x="721502" y="194097"/>
                </a:cubicBezTo>
                <a:cubicBezTo>
                  <a:pt x="777890" y="139233"/>
                  <a:pt x="812942" y="98085"/>
                  <a:pt x="876950" y="66081"/>
                </a:cubicBezTo>
                <a:cubicBezTo>
                  <a:pt x="940958" y="34077"/>
                  <a:pt x="1027826" y="-10119"/>
                  <a:pt x="1105550" y="2073"/>
                </a:cubicBezTo>
                <a:cubicBezTo>
                  <a:pt x="1183274" y="14265"/>
                  <a:pt x="1260998" y="72177"/>
                  <a:pt x="1343294" y="139233"/>
                </a:cubicBezTo>
                <a:cubicBezTo>
                  <a:pt x="1425590" y="206289"/>
                  <a:pt x="1530746" y="337353"/>
                  <a:pt x="1599326" y="404409"/>
                </a:cubicBezTo>
                <a:cubicBezTo>
                  <a:pt x="1667906" y="471465"/>
                  <a:pt x="1707530" y="498897"/>
                  <a:pt x="1754774" y="541569"/>
                </a:cubicBezTo>
                <a:cubicBezTo>
                  <a:pt x="1802018" y="584241"/>
                  <a:pt x="1805066" y="620817"/>
                  <a:pt x="1882790" y="660441"/>
                </a:cubicBezTo>
                <a:cubicBezTo>
                  <a:pt x="1960514" y="700065"/>
                  <a:pt x="2093102" y="759501"/>
                  <a:pt x="2221118" y="779313"/>
                </a:cubicBezTo>
                <a:cubicBezTo>
                  <a:pt x="2349134" y="799125"/>
                  <a:pt x="2500010" y="789219"/>
                  <a:pt x="2650886" y="779313"/>
                </a:cubicBez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8A5BCF-5DAF-48B9-B230-F68CD28A2681}"/>
              </a:ext>
            </a:extLst>
          </p:cNvPr>
          <p:cNvSpPr txBox="1"/>
          <p:nvPr/>
        </p:nvSpPr>
        <p:spPr>
          <a:xfrm>
            <a:off x="3585768" y="3033389"/>
            <a:ext cx="14024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Flood event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8D8503-92BA-8B43-BD68-BF7066F0112A}"/>
              </a:ext>
            </a:extLst>
          </p:cNvPr>
          <p:cNvSpPr txBox="1"/>
          <p:nvPr/>
        </p:nvSpPr>
        <p:spPr>
          <a:xfrm rot="16200000">
            <a:off x="2023874" y="2255193"/>
            <a:ext cx="1660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River discharge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219C26D-C957-6197-0A15-56DF02A3A067}"/>
              </a:ext>
            </a:extLst>
          </p:cNvPr>
          <p:cNvGrpSpPr/>
          <p:nvPr/>
        </p:nvGrpSpPr>
        <p:grpSpPr>
          <a:xfrm>
            <a:off x="5543095" y="2076098"/>
            <a:ext cx="2375008" cy="1103889"/>
            <a:chOff x="5064248" y="834500"/>
            <a:chExt cx="5384509" cy="2502683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7DF5AD4-1EEF-52C9-40D8-39CF1C3B9B47}"/>
                </a:ext>
              </a:extLst>
            </p:cNvPr>
            <p:cNvSpPr/>
            <p:nvPr/>
          </p:nvSpPr>
          <p:spPr>
            <a:xfrm>
              <a:off x="6525908" y="2103052"/>
              <a:ext cx="871063" cy="619712"/>
            </a:xfrm>
            <a:custGeom>
              <a:avLst/>
              <a:gdLst>
                <a:gd name="connsiteX0" fmla="*/ 0 w 871063"/>
                <a:gd name="connsiteY0" fmla="*/ 13001 h 619712"/>
                <a:gd name="connsiteX1" fmla="*/ 104007 w 871063"/>
                <a:gd name="connsiteY1" fmla="*/ 242684 h 619712"/>
                <a:gd name="connsiteX2" fmla="*/ 355359 w 871063"/>
                <a:gd name="connsiteY2" fmla="*/ 602377 h 619712"/>
                <a:gd name="connsiteX3" fmla="*/ 459366 w 871063"/>
                <a:gd name="connsiteY3" fmla="*/ 619712 h 619712"/>
                <a:gd name="connsiteX4" fmla="*/ 667382 w 871063"/>
                <a:gd name="connsiteY4" fmla="*/ 619712 h 619712"/>
                <a:gd name="connsiteX5" fmla="*/ 793057 w 871063"/>
                <a:gd name="connsiteY5" fmla="*/ 589376 h 619712"/>
                <a:gd name="connsiteX6" fmla="*/ 871063 w 871063"/>
                <a:gd name="connsiteY6" fmla="*/ 585042 h 619712"/>
                <a:gd name="connsiteX7" fmla="*/ 853728 w 871063"/>
                <a:gd name="connsiteY7" fmla="*/ 0 h 619712"/>
                <a:gd name="connsiteX8" fmla="*/ 0 w 871063"/>
                <a:gd name="connsiteY8" fmla="*/ 13001 h 61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1063" h="619712">
                  <a:moveTo>
                    <a:pt x="0" y="13001"/>
                  </a:moveTo>
                  <a:lnTo>
                    <a:pt x="104007" y="242684"/>
                  </a:lnTo>
                  <a:lnTo>
                    <a:pt x="355359" y="602377"/>
                  </a:lnTo>
                  <a:lnTo>
                    <a:pt x="459366" y="619712"/>
                  </a:lnTo>
                  <a:lnTo>
                    <a:pt x="667382" y="619712"/>
                  </a:lnTo>
                  <a:lnTo>
                    <a:pt x="793057" y="589376"/>
                  </a:lnTo>
                  <a:lnTo>
                    <a:pt x="871063" y="585042"/>
                  </a:lnTo>
                  <a:lnTo>
                    <a:pt x="853728" y="0"/>
                  </a:lnTo>
                  <a:lnTo>
                    <a:pt x="0" y="13001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492BBBB-33F3-3ED6-3CAC-C490CB65B6F9}"/>
                </a:ext>
              </a:extLst>
            </p:cNvPr>
            <p:cNvSpPr/>
            <p:nvPr/>
          </p:nvSpPr>
          <p:spPr>
            <a:xfrm>
              <a:off x="5064248" y="855874"/>
              <a:ext cx="954349" cy="2481309"/>
            </a:xfrm>
            <a:custGeom>
              <a:avLst/>
              <a:gdLst>
                <a:gd name="connsiteX0" fmla="*/ 954349 w 954349"/>
                <a:gd name="connsiteY0" fmla="*/ 883328 h 2481309"/>
                <a:gd name="connsiteX1" fmla="*/ 0 w 954349"/>
                <a:gd name="connsiteY1" fmla="*/ 0 h 2481309"/>
                <a:gd name="connsiteX2" fmla="*/ 17755 w 954349"/>
                <a:gd name="connsiteY2" fmla="*/ 1611297 h 2481309"/>
                <a:gd name="connsiteX3" fmla="*/ 941033 w 954349"/>
                <a:gd name="connsiteY3" fmla="*/ 2481309 h 2481309"/>
                <a:gd name="connsiteX4" fmla="*/ 954349 w 954349"/>
                <a:gd name="connsiteY4" fmla="*/ 883328 h 248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349" h="2481309">
                  <a:moveTo>
                    <a:pt x="954349" y="883328"/>
                  </a:moveTo>
                  <a:lnTo>
                    <a:pt x="0" y="0"/>
                  </a:lnTo>
                  <a:lnTo>
                    <a:pt x="17755" y="1611297"/>
                  </a:lnTo>
                  <a:lnTo>
                    <a:pt x="941033" y="2481309"/>
                  </a:lnTo>
                  <a:lnTo>
                    <a:pt x="954349" y="883328"/>
                  </a:lnTo>
                  <a:close/>
                </a:path>
              </a:pathLst>
            </a:custGeom>
            <a:solidFill>
              <a:srgbClr val="DCE3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059EB09-AD18-99EC-9836-068C47A276E7}"/>
                </a:ext>
              </a:extLst>
            </p:cNvPr>
            <p:cNvSpPr/>
            <p:nvPr/>
          </p:nvSpPr>
          <p:spPr>
            <a:xfrm>
              <a:off x="7168600" y="920400"/>
              <a:ext cx="3280157" cy="1182685"/>
            </a:xfrm>
            <a:custGeom>
              <a:avLst/>
              <a:gdLst>
                <a:gd name="connsiteX0" fmla="*/ 0 w 3670917"/>
                <a:gd name="connsiteY0" fmla="*/ 0 h 1207364"/>
                <a:gd name="connsiteX1" fmla="*/ 1287263 w 3670917"/>
                <a:gd name="connsiteY1" fmla="*/ 1207364 h 1207364"/>
                <a:gd name="connsiteX2" fmla="*/ 3670917 w 3670917"/>
                <a:gd name="connsiteY2" fmla="*/ 1202925 h 1207364"/>
                <a:gd name="connsiteX3" fmla="*/ 2370338 w 3670917"/>
                <a:gd name="connsiteY3" fmla="*/ 0 h 1207364"/>
                <a:gd name="connsiteX4" fmla="*/ 0 w 3670917"/>
                <a:gd name="connsiteY4" fmla="*/ 0 h 1207364"/>
                <a:gd name="connsiteX0" fmla="*/ 0 w 3613331"/>
                <a:gd name="connsiteY0" fmla="*/ 32908 h 1207364"/>
                <a:gd name="connsiteX1" fmla="*/ 1229677 w 3613331"/>
                <a:gd name="connsiteY1" fmla="*/ 1207364 h 1207364"/>
                <a:gd name="connsiteX2" fmla="*/ 3613331 w 3613331"/>
                <a:gd name="connsiteY2" fmla="*/ 1202925 h 1207364"/>
                <a:gd name="connsiteX3" fmla="*/ 2312752 w 3613331"/>
                <a:gd name="connsiteY3" fmla="*/ 0 h 1207364"/>
                <a:gd name="connsiteX4" fmla="*/ 0 w 3613331"/>
                <a:gd name="connsiteY4" fmla="*/ 32908 h 1207364"/>
                <a:gd name="connsiteX0" fmla="*/ 0 w 3613331"/>
                <a:gd name="connsiteY0" fmla="*/ 0 h 1174456"/>
                <a:gd name="connsiteX1" fmla="*/ 1229677 w 3613331"/>
                <a:gd name="connsiteY1" fmla="*/ 1174456 h 1174456"/>
                <a:gd name="connsiteX2" fmla="*/ 3613331 w 3613331"/>
                <a:gd name="connsiteY2" fmla="*/ 1170017 h 1174456"/>
                <a:gd name="connsiteX3" fmla="*/ 2386789 w 3613331"/>
                <a:gd name="connsiteY3" fmla="*/ 24678 h 1174456"/>
                <a:gd name="connsiteX4" fmla="*/ 0 w 3613331"/>
                <a:gd name="connsiteY4" fmla="*/ 0 h 1174456"/>
                <a:gd name="connsiteX0" fmla="*/ 0 w 3613331"/>
                <a:gd name="connsiteY0" fmla="*/ 0 h 1170343"/>
                <a:gd name="connsiteX1" fmla="*/ 1419981 w 3613331"/>
                <a:gd name="connsiteY1" fmla="*/ 1170343 h 1170343"/>
                <a:gd name="connsiteX2" fmla="*/ 3613331 w 3613331"/>
                <a:gd name="connsiteY2" fmla="*/ 1170017 h 1170343"/>
                <a:gd name="connsiteX3" fmla="*/ 2386789 w 3613331"/>
                <a:gd name="connsiteY3" fmla="*/ 24678 h 1170343"/>
                <a:gd name="connsiteX4" fmla="*/ 0 w 3613331"/>
                <a:gd name="connsiteY4" fmla="*/ 0 h 1170343"/>
                <a:gd name="connsiteX0" fmla="*/ 0 w 3613331"/>
                <a:gd name="connsiteY0" fmla="*/ 0 h 1182683"/>
                <a:gd name="connsiteX1" fmla="*/ 1410921 w 3613331"/>
                <a:gd name="connsiteY1" fmla="*/ 1182683 h 1182683"/>
                <a:gd name="connsiteX2" fmla="*/ 3613331 w 3613331"/>
                <a:gd name="connsiteY2" fmla="*/ 1170017 h 1182683"/>
                <a:gd name="connsiteX3" fmla="*/ 2386789 w 3613331"/>
                <a:gd name="connsiteY3" fmla="*/ 24678 h 1182683"/>
                <a:gd name="connsiteX4" fmla="*/ 0 w 3613331"/>
                <a:gd name="connsiteY4" fmla="*/ 0 h 1182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3331" h="1182683">
                  <a:moveTo>
                    <a:pt x="0" y="0"/>
                  </a:moveTo>
                  <a:lnTo>
                    <a:pt x="1410921" y="1182683"/>
                  </a:lnTo>
                  <a:lnTo>
                    <a:pt x="3613331" y="1170017"/>
                  </a:lnTo>
                  <a:lnTo>
                    <a:pt x="2386789" y="246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269DBFF-AA3A-5046-ADF4-75CB42C3BA73}"/>
                </a:ext>
              </a:extLst>
            </p:cNvPr>
            <p:cNvSpPr/>
            <p:nvPr/>
          </p:nvSpPr>
          <p:spPr>
            <a:xfrm>
              <a:off x="5253013" y="923993"/>
              <a:ext cx="2143958" cy="1194047"/>
            </a:xfrm>
            <a:custGeom>
              <a:avLst/>
              <a:gdLst>
                <a:gd name="connsiteX0" fmla="*/ 847818 w 2143958"/>
                <a:gd name="connsiteY0" fmla="*/ 17755 h 1194047"/>
                <a:gd name="connsiteX1" fmla="*/ 0 w 2143958"/>
                <a:gd name="connsiteY1" fmla="*/ 0 h 1194047"/>
                <a:gd name="connsiteX2" fmla="*/ 905523 w 2143958"/>
                <a:gd name="connsiteY2" fmla="*/ 821184 h 1194047"/>
                <a:gd name="connsiteX3" fmla="*/ 1074198 w 2143958"/>
                <a:gd name="connsiteY3" fmla="*/ 870012 h 1194047"/>
                <a:gd name="connsiteX4" fmla="*/ 1123025 w 2143958"/>
                <a:gd name="connsiteY4" fmla="*/ 909961 h 1194047"/>
                <a:gd name="connsiteX5" fmla="*/ 1162975 w 2143958"/>
                <a:gd name="connsiteY5" fmla="*/ 967666 h 1194047"/>
                <a:gd name="connsiteX6" fmla="*/ 1207363 w 2143958"/>
                <a:gd name="connsiteY6" fmla="*/ 1034249 h 1194047"/>
                <a:gd name="connsiteX7" fmla="*/ 1256191 w 2143958"/>
                <a:gd name="connsiteY7" fmla="*/ 1127464 h 1194047"/>
                <a:gd name="connsiteX8" fmla="*/ 1287262 w 2143958"/>
                <a:gd name="connsiteY8" fmla="*/ 1194047 h 1194047"/>
                <a:gd name="connsiteX9" fmla="*/ 2143958 w 2143958"/>
                <a:gd name="connsiteY9" fmla="*/ 1185169 h 1194047"/>
                <a:gd name="connsiteX10" fmla="*/ 847818 w 2143958"/>
                <a:gd name="connsiteY10" fmla="*/ 17755 h 1194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43958" h="1194047">
                  <a:moveTo>
                    <a:pt x="847818" y="17755"/>
                  </a:moveTo>
                  <a:lnTo>
                    <a:pt x="0" y="0"/>
                  </a:lnTo>
                  <a:lnTo>
                    <a:pt x="905523" y="821184"/>
                  </a:lnTo>
                  <a:lnTo>
                    <a:pt x="1074198" y="870012"/>
                  </a:lnTo>
                  <a:lnTo>
                    <a:pt x="1123025" y="909961"/>
                  </a:lnTo>
                  <a:lnTo>
                    <a:pt x="1162975" y="967666"/>
                  </a:lnTo>
                  <a:lnTo>
                    <a:pt x="1207363" y="1034249"/>
                  </a:lnTo>
                  <a:lnTo>
                    <a:pt x="1256191" y="1127464"/>
                  </a:lnTo>
                  <a:lnTo>
                    <a:pt x="1287262" y="1194047"/>
                  </a:lnTo>
                  <a:lnTo>
                    <a:pt x="2143958" y="1185169"/>
                  </a:lnTo>
                  <a:lnTo>
                    <a:pt x="847818" y="17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05C44FB-AC89-031E-DB18-4269BE2C5D70}"/>
                </a:ext>
              </a:extLst>
            </p:cNvPr>
            <p:cNvSpPr/>
            <p:nvPr/>
          </p:nvSpPr>
          <p:spPr>
            <a:xfrm>
              <a:off x="5069150" y="834500"/>
              <a:ext cx="1138212" cy="954349"/>
            </a:xfrm>
            <a:custGeom>
              <a:avLst/>
              <a:gdLst>
                <a:gd name="connsiteX0" fmla="*/ 0 w 1109708"/>
                <a:gd name="connsiteY0" fmla="*/ 0 h 945472"/>
                <a:gd name="connsiteX1" fmla="*/ 199747 w 1109708"/>
                <a:gd name="connsiteY1" fmla="*/ 75460 h 945472"/>
                <a:gd name="connsiteX2" fmla="*/ 1109708 w 1109708"/>
                <a:gd name="connsiteY2" fmla="*/ 945472 h 945472"/>
                <a:gd name="connsiteX3" fmla="*/ 914400 w 1109708"/>
                <a:gd name="connsiteY3" fmla="*/ 878889 h 945472"/>
                <a:gd name="connsiteX4" fmla="*/ 0 w 1109708"/>
                <a:gd name="connsiteY4" fmla="*/ 0 h 945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9708" h="945472">
                  <a:moveTo>
                    <a:pt x="0" y="0"/>
                  </a:moveTo>
                  <a:lnTo>
                    <a:pt x="199747" y="75460"/>
                  </a:lnTo>
                  <a:lnTo>
                    <a:pt x="1109708" y="945472"/>
                  </a:lnTo>
                  <a:lnTo>
                    <a:pt x="914400" y="8788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E8B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98537B4-6B08-F644-0385-22F7E16427A4}"/>
                </a:ext>
              </a:extLst>
            </p:cNvPr>
            <p:cNvSpPr/>
            <p:nvPr/>
          </p:nvSpPr>
          <p:spPr>
            <a:xfrm>
              <a:off x="8452071" y="2101201"/>
              <a:ext cx="1996684" cy="558209"/>
            </a:xfrm>
            <a:custGeom>
              <a:avLst/>
              <a:gdLst>
                <a:gd name="connsiteX0" fmla="*/ 0 w 2379216"/>
                <a:gd name="connsiteY0" fmla="*/ 17756 h 785674"/>
                <a:gd name="connsiteX1" fmla="*/ 8878 w 2379216"/>
                <a:gd name="connsiteY1" fmla="*/ 608121 h 785674"/>
                <a:gd name="connsiteX2" fmla="*/ 186431 w 2379216"/>
                <a:gd name="connsiteY2" fmla="*/ 612560 h 785674"/>
                <a:gd name="connsiteX3" fmla="*/ 226381 w 2379216"/>
                <a:gd name="connsiteY3" fmla="*/ 683581 h 785674"/>
                <a:gd name="connsiteX4" fmla="*/ 253014 w 2379216"/>
                <a:gd name="connsiteY4" fmla="*/ 781235 h 785674"/>
                <a:gd name="connsiteX5" fmla="*/ 377301 w 2379216"/>
                <a:gd name="connsiteY5" fmla="*/ 785674 h 785674"/>
                <a:gd name="connsiteX6" fmla="*/ 719092 w 2379216"/>
                <a:gd name="connsiteY6" fmla="*/ 750164 h 785674"/>
                <a:gd name="connsiteX7" fmla="*/ 1043126 w 2379216"/>
                <a:gd name="connsiteY7" fmla="*/ 732408 h 785674"/>
                <a:gd name="connsiteX8" fmla="*/ 1109709 w 2379216"/>
                <a:gd name="connsiteY8" fmla="*/ 723530 h 785674"/>
                <a:gd name="connsiteX9" fmla="*/ 1518082 w 2379216"/>
                <a:gd name="connsiteY9" fmla="*/ 572610 h 785674"/>
                <a:gd name="connsiteX10" fmla="*/ 1882066 w 2379216"/>
                <a:gd name="connsiteY10" fmla="*/ 435006 h 785674"/>
                <a:gd name="connsiteX11" fmla="*/ 2037426 w 2379216"/>
                <a:gd name="connsiteY11" fmla="*/ 421690 h 785674"/>
                <a:gd name="connsiteX12" fmla="*/ 2104008 w 2379216"/>
                <a:gd name="connsiteY12" fmla="*/ 403934 h 785674"/>
                <a:gd name="connsiteX13" fmla="*/ 2246051 w 2379216"/>
                <a:gd name="connsiteY13" fmla="*/ 226381 h 785674"/>
                <a:gd name="connsiteX14" fmla="*/ 2379216 w 2379216"/>
                <a:gd name="connsiteY14" fmla="*/ 62144 h 785674"/>
                <a:gd name="connsiteX15" fmla="*/ 2379216 w 2379216"/>
                <a:gd name="connsiteY15" fmla="*/ 0 h 785674"/>
                <a:gd name="connsiteX16" fmla="*/ 0 w 2379216"/>
                <a:gd name="connsiteY16" fmla="*/ 17756 h 785674"/>
                <a:gd name="connsiteX0" fmla="*/ 0 w 2379216"/>
                <a:gd name="connsiteY0" fmla="*/ 17756 h 785674"/>
                <a:gd name="connsiteX1" fmla="*/ 8878 w 2379216"/>
                <a:gd name="connsiteY1" fmla="*/ 608121 h 785674"/>
                <a:gd name="connsiteX2" fmla="*/ 186431 w 2379216"/>
                <a:gd name="connsiteY2" fmla="*/ 612560 h 785674"/>
                <a:gd name="connsiteX3" fmla="*/ 152344 w 2379216"/>
                <a:gd name="connsiteY3" fmla="*/ 774073 h 785674"/>
                <a:gd name="connsiteX4" fmla="*/ 253014 w 2379216"/>
                <a:gd name="connsiteY4" fmla="*/ 781235 h 785674"/>
                <a:gd name="connsiteX5" fmla="*/ 377301 w 2379216"/>
                <a:gd name="connsiteY5" fmla="*/ 785674 h 785674"/>
                <a:gd name="connsiteX6" fmla="*/ 719092 w 2379216"/>
                <a:gd name="connsiteY6" fmla="*/ 750164 h 785674"/>
                <a:gd name="connsiteX7" fmla="*/ 1043126 w 2379216"/>
                <a:gd name="connsiteY7" fmla="*/ 732408 h 785674"/>
                <a:gd name="connsiteX8" fmla="*/ 1109709 w 2379216"/>
                <a:gd name="connsiteY8" fmla="*/ 723530 h 785674"/>
                <a:gd name="connsiteX9" fmla="*/ 1518082 w 2379216"/>
                <a:gd name="connsiteY9" fmla="*/ 572610 h 785674"/>
                <a:gd name="connsiteX10" fmla="*/ 1882066 w 2379216"/>
                <a:gd name="connsiteY10" fmla="*/ 435006 h 785674"/>
                <a:gd name="connsiteX11" fmla="*/ 2037426 w 2379216"/>
                <a:gd name="connsiteY11" fmla="*/ 421690 h 785674"/>
                <a:gd name="connsiteX12" fmla="*/ 2104008 w 2379216"/>
                <a:gd name="connsiteY12" fmla="*/ 403934 h 785674"/>
                <a:gd name="connsiteX13" fmla="*/ 2246051 w 2379216"/>
                <a:gd name="connsiteY13" fmla="*/ 226381 h 785674"/>
                <a:gd name="connsiteX14" fmla="*/ 2379216 w 2379216"/>
                <a:gd name="connsiteY14" fmla="*/ 62144 h 785674"/>
                <a:gd name="connsiteX15" fmla="*/ 2379216 w 2379216"/>
                <a:gd name="connsiteY15" fmla="*/ 0 h 785674"/>
                <a:gd name="connsiteX16" fmla="*/ 0 w 2379216"/>
                <a:gd name="connsiteY16" fmla="*/ 17756 h 785674"/>
                <a:gd name="connsiteX0" fmla="*/ 0 w 2379216"/>
                <a:gd name="connsiteY0" fmla="*/ 17756 h 785674"/>
                <a:gd name="connsiteX1" fmla="*/ 8878 w 2379216"/>
                <a:gd name="connsiteY1" fmla="*/ 608121 h 785674"/>
                <a:gd name="connsiteX2" fmla="*/ 58919 w 2379216"/>
                <a:gd name="connsiteY2" fmla="*/ 756523 h 785674"/>
                <a:gd name="connsiteX3" fmla="*/ 152344 w 2379216"/>
                <a:gd name="connsiteY3" fmla="*/ 774073 h 785674"/>
                <a:gd name="connsiteX4" fmla="*/ 253014 w 2379216"/>
                <a:gd name="connsiteY4" fmla="*/ 781235 h 785674"/>
                <a:gd name="connsiteX5" fmla="*/ 377301 w 2379216"/>
                <a:gd name="connsiteY5" fmla="*/ 785674 h 785674"/>
                <a:gd name="connsiteX6" fmla="*/ 719092 w 2379216"/>
                <a:gd name="connsiteY6" fmla="*/ 750164 h 785674"/>
                <a:gd name="connsiteX7" fmla="*/ 1043126 w 2379216"/>
                <a:gd name="connsiteY7" fmla="*/ 732408 h 785674"/>
                <a:gd name="connsiteX8" fmla="*/ 1109709 w 2379216"/>
                <a:gd name="connsiteY8" fmla="*/ 723530 h 785674"/>
                <a:gd name="connsiteX9" fmla="*/ 1518082 w 2379216"/>
                <a:gd name="connsiteY9" fmla="*/ 572610 h 785674"/>
                <a:gd name="connsiteX10" fmla="*/ 1882066 w 2379216"/>
                <a:gd name="connsiteY10" fmla="*/ 435006 h 785674"/>
                <a:gd name="connsiteX11" fmla="*/ 2037426 w 2379216"/>
                <a:gd name="connsiteY11" fmla="*/ 421690 h 785674"/>
                <a:gd name="connsiteX12" fmla="*/ 2104008 w 2379216"/>
                <a:gd name="connsiteY12" fmla="*/ 403934 h 785674"/>
                <a:gd name="connsiteX13" fmla="*/ 2246051 w 2379216"/>
                <a:gd name="connsiteY13" fmla="*/ 226381 h 785674"/>
                <a:gd name="connsiteX14" fmla="*/ 2379216 w 2379216"/>
                <a:gd name="connsiteY14" fmla="*/ 62144 h 785674"/>
                <a:gd name="connsiteX15" fmla="*/ 2379216 w 2379216"/>
                <a:gd name="connsiteY15" fmla="*/ 0 h 785674"/>
                <a:gd name="connsiteX16" fmla="*/ 0 w 2379216"/>
                <a:gd name="connsiteY16" fmla="*/ 17756 h 785674"/>
                <a:gd name="connsiteX0" fmla="*/ 0 w 2379216"/>
                <a:gd name="connsiteY0" fmla="*/ 17756 h 785674"/>
                <a:gd name="connsiteX1" fmla="*/ 82917 w 2379216"/>
                <a:gd name="connsiteY1" fmla="*/ 583442 h 785674"/>
                <a:gd name="connsiteX2" fmla="*/ 58919 w 2379216"/>
                <a:gd name="connsiteY2" fmla="*/ 756523 h 785674"/>
                <a:gd name="connsiteX3" fmla="*/ 152344 w 2379216"/>
                <a:gd name="connsiteY3" fmla="*/ 774073 h 785674"/>
                <a:gd name="connsiteX4" fmla="*/ 253014 w 2379216"/>
                <a:gd name="connsiteY4" fmla="*/ 781235 h 785674"/>
                <a:gd name="connsiteX5" fmla="*/ 377301 w 2379216"/>
                <a:gd name="connsiteY5" fmla="*/ 785674 h 785674"/>
                <a:gd name="connsiteX6" fmla="*/ 719092 w 2379216"/>
                <a:gd name="connsiteY6" fmla="*/ 750164 h 785674"/>
                <a:gd name="connsiteX7" fmla="*/ 1043126 w 2379216"/>
                <a:gd name="connsiteY7" fmla="*/ 732408 h 785674"/>
                <a:gd name="connsiteX8" fmla="*/ 1109709 w 2379216"/>
                <a:gd name="connsiteY8" fmla="*/ 723530 h 785674"/>
                <a:gd name="connsiteX9" fmla="*/ 1518082 w 2379216"/>
                <a:gd name="connsiteY9" fmla="*/ 572610 h 785674"/>
                <a:gd name="connsiteX10" fmla="*/ 1882066 w 2379216"/>
                <a:gd name="connsiteY10" fmla="*/ 435006 h 785674"/>
                <a:gd name="connsiteX11" fmla="*/ 2037426 w 2379216"/>
                <a:gd name="connsiteY11" fmla="*/ 421690 h 785674"/>
                <a:gd name="connsiteX12" fmla="*/ 2104008 w 2379216"/>
                <a:gd name="connsiteY12" fmla="*/ 403934 h 785674"/>
                <a:gd name="connsiteX13" fmla="*/ 2246051 w 2379216"/>
                <a:gd name="connsiteY13" fmla="*/ 226381 h 785674"/>
                <a:gd name="connsiteX14" fmla="*/ 2379216 w 2379216"/>
                <a:gd name="connsiteY14" fmla="*/ 62144 h 785674"/>
                <a:gd name="connsiteX15" fmla="*/ 2379216 w 2379216"/>
                <a:gd name="connsiteY15" fmla="*/ 0 h 785674"/>
                <a:gd name="connsiteX16" fmla="*/ 0 w 2379216"/>
                <a:gd name="connsiteY16" fmla="*/ 17756 h 785674"/>
                <a:gd name="connsiteX0" fmla="*/ 39800 w 2320297"/>
                <a:gd name="connsiteY0" fmla="*/ 21869 h 785674"/>
                <a:gd name="connsiteX1" fmla="*/ 23998 w 2320297"/>
                <a:gd name="connsiteY1" fmla="*/ 583442 h 785674"/>
                <a:gd name="connsiteX2" fmla="*/ 0 w 2320297"/>
                <a:gd name="connsiteY2" fmla="*/ 756523 h 785674"/>
                <a:gd name="connsiteX3" fmla="*/ 93425 w 2320297"/>
                <a:gd name="connsiteY3" fmla="*/ 774073 h 785674"/>
                <a:gd name="connsiteX4" fmla="*/ 194095 w 2320297"/>
                <a:gd name="connsiteY4" fmla="*/ 781235 h 785674"/>
                <a:gd name="connsiteX5" fmla="*/ 318382 w 2320297"/>
                <a:gd name="connsiteY5" fmla="*/ 785674 h 785674"/>
                <a:gd name="connsiteX6" fmla="*/ 660173 w 2320297"/>
                <a:gd name="connsiteY6" fmla="*/ 750164 h 785674"/>
                <a:gd name="connsiteX7" fmla="*/ 984207 w 2320297"/>
                <a:gd name="connsiteY7" fmla="*/ 732408 h 785674"/>
                <a:gd name="connsiteX8" fmla="*/ 1050790 w 2320297"/>
                <a:gd name="connsiteY8" fmla="*/ 723530 h 785674"/>
                <a:gd name="connsiteX9" fmla="*/ 1459163 w 2320297"/>
                <a:gd name="connsiteY9" fmla="*/ 572610 h 785674"/>
                <a:gd name="connsiteX10" fmla="*/ 1823147 w 2320297"/>
                <a:gd name="connsiteY10" fmla="*/ 435006 h 785674"/>
                <a:gd name="connsiteX11" fmla="*/ 1978507 w 2320297"/>
                <a:gd name="connsiteY11" fmla="*/ 421690 h 785674"/>
                <a:gd name="connsiteX12" fmla="*/ 2045089 w 2320297"/>
                <a:gd name="connsiteY12" fmla="*/ 403934 h 785674"/>
                <a:gd name="connsiteX13" fmla="*/ 2187132 w 2320297"/>
                <a:gd name="connsiteY13" fmla="*/ 226381 h 785674"/>
                <a:gd name="connsiteX14" fmla="*/ 2320297 w 2320297"/>
                <a:gd name="connsiteY14" fmla="*/ 62144 h 785674"/>
                <a:gd name="connsiteX15" fmla="*/ 2320297 w 2320297"/>
                <a:gd name="connsiteY15" fmla="*/ 0 h 785674"/>
                <a:gd name="connsiteX16" fmla="*/ 39800 w 2320297"/>
                <a:gd name="connsiteY16" fmla="*/ 21869 h 785674"/>
                <a:gd name="connsiteX0" fmla="*/ 39800 w 2320297"/>
                <a:gd name="connsiteY0" fmla="*/ 21869 h 785674"/>
                <a:gd name="connsiteX1" fmla="*/ 23998 w 2320297"/>
                <a:gd name="connsiteY1" fmla="*/ 583442 h 785674"/>
                <a:gd name="connsiteX2" fmla="*/ 0 w 2320297"/>
                <a:gd name="connsiteY2" fmla="*/ 756523 h 785674"/>
                <a:gd name="connsiteX3" fmla="*/ 93425 w 2320297"/>
                <a:gd name="connsiteY3" fmla="*/ 774073 h 785674"/>
                <a:gd name="connsiteX4" fmla="*/ 194095 w 2320297"/>
                <a:gd name="connsiteY4" fmla="*/ 781235 h 785674"/>
                <a:gd name="connsiteX5" fmla="*/ 318382 w 2320297"/>
                <a:gd name="connsiteY5" fmla="*/ 785674 h 785674"/>
                <a:gd name="connsiteX6" fmla="*/ 660173 w 2320297"/>
                <a:gd name="connsiteY6" fmla="*/ 750164 h 785674"/>
                <a:gd name="connsiteX7" fmla="*/ 984207 w 2320297"/>
                <a:gd name="connsiteY7" fmla="*/ 732408 h 785674"/>
                <a:gd name="connsiteX8" fmla="*/ 1050790 w 2320297"/>
                <a:gd name="connsiteY8" fmla="*/ 723530 h 785674"/>
                <a:gd name="connsiteX9" fmla="*/ 1459163 w 2320297"/>
                <a:gd name="connsiteY9" fmla="*/ 572610 h 785674"/>
                <a:gd name="connsiteX10" fmla="*/ 1823147 w 2320297"/>
                <a:gd name="connsiteY10" fmla="*/ 435006 h 785674"/>
                <a:gd name="connsiteX11" fmla="*/ 1978507 w 2320297"/>
                <a:gd name="connsiteY11" fmla="*/ 421690 h 785674"/>
                <a:gd name="connsiteX12" fmla="*/ 2008069 w 2320297"/>
                <a:gd name="connsiteY12" fmla="*/ 308301 h 785674"/>
                <a:gd name="connsiteX13" fmla="*/ 2187132 w 2320297"/>
                <a:gd name="connsiteY13" fmla="*/ 226381 h 785674"/>
                <a:gd name="connsiteX14" fmla="*/ 2320297 w 2320297"/>
                <a:gd name="connsiteY14" fmla="*/ 62144 h 785674"/>
                <a:gd name="connsiteX15" fmla="*/ 2320297 w 2320297"/>
                <a:gd name="connsiteY15" fmla="*/ 0 h 785674"/>
                <a:gd name="connsiteX16" fmla="*/ 39800 w 2320297"/>
                <a:gd name="connsiteY16" fmla="*/ 21869 h 785674"/>
                <a:gd name="connsiteX0" fmla="*/ 39800 w 2320297"/>
                <a:gd name="connsiteY0" fmla="*/ 21869 h 785674"/>
                <a:gd name="connsiteX1" fmla="*/ 23998 w 2320297"/>
                <a:gd name="connsiteY1" fmla="*/ 583442 h 785674"/>
                <a:gd name="connsiteX2" fmla="*/ 0 w 2320297"/>
                <a:gd name="connsiteY2" fmla="*/ 756523 h 785674"/>
                <a:gd name="connsiteX3" fmla="*/ 93425 w 2320297"/>
                <a:gd name="connsiteY3" fmla="*/ 774073 h 785674"/>
                <a:gd name="connsiteX4" fmla="*/ 194095 w 2320297"/>
                <a:gd name="connsiteY4" fmla="*/ 781235 h 785674"/>
                <a:gd name="connsiteX5" fmla="*/ 318382 w 2320297"/>
                <a:gd name="connsiteY5" fmla="*/ 785674 h 785674"/>
                <a:gd name="connsiteX6" fmla="*/ 660173 w 2320297"/>
                <a:gd name="connsiteY6" fmla="*/ 750164 h 785674"/>
                <a:gd name="connsiteX7" fmla="*/ 984207 w 2320297"/>
                <a:gd name="connsiteY7" fmla="*/ 732408 h 785674"/>
                <a:gd name="connsiteX8" fmla="*/ 1050790 w 2320297"/>
                <a:gd name="connsiteY8" fmla="*/ 723530 h 785674"/>
                <a:gd name="connsiteX9" fmla="*/ 1459163 w 2320297"/>
                <a:gd name="connsiteY9" fmla="*/ 572610 h 785674"/>
                <a:gd name="connsiteX10" fmla="*/ 1823147 w 2320297"/>
                <a:gd name="connsiteY10" fmla="*/ 435006 h 785674"/>
                <a:gd name="connsiteX11" fmla="*/ 1916810 w 2320297"/>
                <a:gd name="connsiteY11" fmla="*/ 375417 h 785674"/>
                <a:gd name="connsiteX12" fmla="*/ 2008069 w 2320297"/>
                <a:gd name="connsiteY12" fmla="*/ 308301 h 785674"/>
                <a:gd name="connsiteX13" fmla="*/ 2187132 w 2320297"/>
                <a:gd name="connsiteY13" fmla="*/ 226381 h 785674"/>
                <a:gd name="connsiteX14" fmla="*/ 2320297 w 2320297"/>
                <a:gd name="connsiteY14" fmla="*/ 62144 h 785674"/>
                <a:gd name="connsiteX15" fmla="*/ 2320297 w 2320297"/>
                <a:gd name="connsiteY15" fmla="*/ 0 h 785674"/>
                <a:gd name="connsiteX16" fmla="*/ 39800 w 2320297"/>
                <a:gd name="connsiteY16" fmla="*/ 21869 h 785674"/>
                <a:gd name="connsiteX0" fmla="*/ 0 w 2329858"/>
                <a:gd name="connsiteY0" fmla="*/ 12614 h 785674"/>
                <a:gd name="connsiteX1" fmla="*/ 33559 w 2329858"/>
                <a:gd name="connsiteY1" fmla="*/ 583442 h 785674"/>
                <a:gd name="connsiteX2" fmla="*/ 9561 w 2329858"/>
                <a:gd name="connsiteY2" fmla="*/ 756523 h 785674"/>
                <a:gd name="connsiteX3" fmla="*/ 102986 w 2329858"/>
                <a:gd name="connsiteY3" fmla="*/ 774073 h 785674"/>
                <a:gd name="connsiteX4" fmla="*/ 203656 w 2329858"/>
                <a:gd name="connsiteY4" fmla="*/ 781235 h 785674"/>
                <a:gd name="connsiteX5" fmla="*/ 327943 w 2329858"/>
                <a:gd name="connsiteY5" fmla="*/ 785674 h 785674"/>
                <a:gd name="connsiteX6" fmla="*/ 669734 w 2329858"/>
                <a:gd name="connsiteY6" fmla="*/ 750164 h 785674"/>
                <a:gd name="connsiteX7" fmla="*/ 993768 w 2329858"/>
                <a:gd name="connsiteY7" fmla="*/ 732408 h 785674"/>
                <a:gd name="connsiteX8" fmla="*/ 1060351 w 2329858"/>
                <a:gd name="connsiteY8" fmla="*/ 723530 h 785674"/>
                <a:gd name="connsiteX9" fmla="*/ 1468724 w 2329858"/>
                <a:gd name="connsiteY9" fmla="*/ 572610 h 785674"/>
                <a:gd name="connsiteX10" fmla="*/ 1832708 w 2329858"/>
                <a:gd name="connsiteY10" fmla="*/ 435006 h 785674"/>
                <a:gd name="connsiteX11" fmla="*/ 1926371 w 2329858"/>
                <a:gd name="connsiteY11" fmla="*/ 375417 h 785674"/>
                <a:gd name="connsiteX12" fmla="*/ 2017630 w 2329858"/>
                <a:gd name="connsiteY12" fmla="*/ 308301 h 785674"/>
                <a:gd name="connsiteX13" fmla="*/ 2196693 w 2329858"/>
                <a:gd name="connsiteY13" fmla="*/ 226381 h 785674"/>
                <a:gd name="connsiteX14" fmla="*/ 2329858 w 2329858"/>
                <a:gd name="connsiteY14" fmla="*/ 62144 h 785674"/>
                <a:gd name="connsiteX15" fmla="*/ 2329858 w 2329858"/>
                <a:gd name="connsiteY15" fmla="*/ 0 h 785674"/>
                <a:gd name="connsiteX16" fmla="*/ 0 w 2329858"/>
                <a:gd name="connsiteY16" fmla="*/ 12614 h 785674"/>
                <a:gd name="connsiteX0" fmla="*/ 0 w 2329858"/>
                <a:gd name="connsiteY0" fmla="*/ 12614 h 785674"/>
                <a:gd name="connsiteX1" fmla="*/ 33559 w 2329858"/>
                <a:gd name="connsiteY1" fmla="*/ 583442 h 785674"/>
                <a:gd name="connsiteX2" fmla="*/ 9561 w 2329858"/>
                <a:gd name="connsiteY2" fmla="*/ 756523 h 785674"/>
                <a:gd name="connsiteX3" fmla="*/ 102986 w 2329858"/>
                <a:gd name="connsiteY3" fmla="*/ 774073 h 785674"/>
                <a:gd name="connsiteX4" fmla="*/ 203656 w 2329858"/>
                <a:gd name="connsiteY4" fmla="*/ 781235 h 785674"/>
                <a:gd name="connsiteX5" fmla="*/ 327943 w 2329858"/>
                <a:gd name="connsiteY5" fmla="*/ 785674 h 785674"/>
                <a:gd name="connsiteX6" fmla="*/ 669734 w 2329858"/>
                <a:gd name="connsiteY6" fmla="*/ 750164 h 785674"/>
                <a:gd name="connsiteX7" fmla="*/ 993768 w 2329858"/>
                <a:gd name="connsiteY7" fmla="*/ 732408 h 785674"/>
                <a:gd name="connsiteX8" fmla="*/ 1060351 w 2329858"/>
                <a:gd name="connsiteY8" fmla="*/ 723530 h 785674"/>
                <a:gd name="connsiteX9" fmla="*/ 1300081 w 2329858"/>
                <a:gd name="connsiteY9" fmla="*/ 350449 h 785674"/>
                <a:gd name="connsiteX10" fmla="*/ 1832708 w 2329858"/>
                <a:gd name="connsiteY10" fmla="*/ 435006 h 785674"/>
                <a:gd name="connsiteX11" fmla="*/ 1926371 w 2329858"/>
                <a:gd name="connsiteY11" fmla="*/ 375417 h 785674"/>
                <a:gd name="connsiteX12" fmla="*/ 2017630 w 2329858"/>
                <a:gd name="connsiteY12" fmla="*/ 308301 h 785674"/>
                <a:gd name="connsiteX13" fmla="*/ 2196693 w 2329858"/>
                <a:gd name="connsiteY13" fmla="*/ 226381 h 785674"/>
                <a:gd name="connsiteX14" fmla="*/ 2329858 w 2329858"/>
                <a:gd name="connsiteY14" fmla="*/ 62144 h 785674"/>
                <a:gd name="connsiteX15" fmla="*/ 2329858 w 2329858"/>
                <a:gd name="connsiteY15" fmla="*/ 0 h 785674"/>
                <a:gd name="connsiteX16" fmla="*/ 0 w 2329858"/>
                <a:gd name="connsiteY16" fmla="*/ 12614 h 785674"/>
                <a:gd name="connsiteX0" fmla="*/ 0 w 2329858"/>
                <a:gd name="connsiteY0" fmla="*/ 12614 h 785674"/>
                <a:gd name="connsiteX1" fmla="*/ 33559 w 2329858"/>
                <a:gd name="connsiteY1" fmla="*/ 583442 h 785674"/>
                <a:gd name="connsiteX2" fmla="*/ 9561 w 2329858"/>
                <a:gd name="connsiteY2" fmla="*/ 756523 h 785674"/>
                <a:gd name="connsiteX3" fmla="*/ 102986 w 2329858"/>
                <a:gd name="connsiteY3" fmla="*/ 774073 h 785674"/>
                <a:gd name="connsiteX4" fmla="*/ 203656 w 2329858"/>
                <a:gd name="connsiteY4" fmla="*/ 781235 h 785674"/>
                <a:gd name="connsiteX5" fmla="*/ 327943 w 2329858"/>
                <a:gd name="connsiteY5" fmla="*/ 785674 h 785674"/>
                <a:gd name="connsiteX6" fmla="*/ 669734 w 2329858"/>
                <a:gd name="connsiteY6" fmla="*/ 750164 h 785674"/>
                <a:gd name="connsiteX7" fmla="*/ 993768 w 2329858"/>
                <a:gd name="connsiteY7" fmla="*/ 732408 h 785674"/>
                <a:gd name="connsiteX8" fmla="*/ 1060351 w 2329858"/>
                <a:gd name="connsiteY8" fmla="*/ 723530 h 785674"/>
                <a:gd name="connsiteX9" fmla="*/ 1300081 w 2329858"/>
                <a:gd name="connsiteY9" fmla="*/ 350449 h 785674"/>
                <a:gd name="connsiteX10" fmla="*/ 1696969 w 2329858"/>
                <a:gd name="connsiteY10" fmla="*/ 155880 h 785674"/>
                <a:gd name="connsiteX11" fmla="*/ 1926371 w 2329858"/>
                <a:gd name="connsiteY11" fmla="*/ 375417 h 785674"/>
                <a:gd name="connsiteX12" fmla="*/ 2017630 w 2329858"/>
                <a:gd name="connsiteY12" fmla="*/ 308301 h 785674"/>
                <a:gd name="connsiteX13" fmla="*/ 2196693 w 2329858"/>
                <a:gd name="connsiteY13" fmla="*/ 226381 h 785674"/>
                <a:gd name="connsiteX14" fmla="*/ 2329858 w 2329858"/>
                <a:gd name="connsiteY14" fmla="*/ 62144 h 785674"/>
                <a:gd name="connsiteX15" fmla="*/ 2329858 w 2329858"/>
                <a:gd name="connsiteY15" fmla="*/ 0 h 785674"/>
                <a:gd name="connsiteX16" fmla="*/ 0 w 2329858"/>
                <a:gd name="connsiteY16" fmla="*/ 12614 h 785674"/>
                <a:gd name="connsiteX0" fmla="*/ 0 w 2329858"/>
                <a:gd name="connsiteY0" fmla="*/ 12614 h 785674"/>
                <a:gd name="connsiteX1" fmla="*/ 33559 w 2329858"/>
                <a:gd name="connsiteY1" fmla="*/ 583442 h 785674"/>
                <a:gd name="connsiteX2" fmla="*/ 9561 w 2329858"/>
                <a:gd name="connsiteY2" fmla="*/ 756523 h 785674"/>
                <a:gd name="connsiteX3" fmla="*/ 102986 w 2329858"/>
                <a:gd name="connsiteY3" fmla="*/ 774073 h 785674"/>
                <a:gd name="connsiteX4" fmla="*/ 203656 w 2329858"/>
                <a:gd name="connsiteY4" fmla="*/ 781235 h 785674"/>
                <a:gd name="connsiteX5" fmla="*/ 327943 w 2329858"/>
                <a:gd name="connsiteY5" fmla="*/ 785674 h 785674"/>
                <a:gd name="connsiteX6" fmla="*/ 669734 w 2329858"/>
                <a:gd name="connsiteY6" fmla="*/ 750164 h 785674"/>
                <a:gd name="connsiteX7" fmla="*/ 993768 w 2329858"/>
                <a:gd name="connsiteY7" fmla="*/ 732408 h 785674"/>
                <a:gd name="connsiteX8" fmla="*/ 1060351 w 2329858"/>
                <a:gd name="connsiteY8" fmla="*/ 723530 h 785674"/>
                <a:gd name="connsiteX9" fmla="*/ 1300081 w 2329858"/>
                <a:gd name="connsiteY9" fmla="*/ 350449 h 785674"/>
                <a:gd name="connsiteX10" fmla="*/ 1696969 w 2329858"/>
                <a:gd name="connsiteY10" fmla="*/ 155880 h 785674"/>
                <a:gd name="connsiteX11" fmla="*/ 2017630 w 2329858"/>
                <a:gd name="connsiteY11" fmla="*/ 308301 h 785674"/>
                <a:gd name="connsiteX12" fmla="*/ 2196693 w 2329858"/>
                <a:gd name="connsiteY12" fmla="*/ 226381 h 785674"/>
                <a:gd name="connsiteX13" fmla="*/ 2329858 w 2329858"/>
                <a:gd name="connsiteY13" fmla="*/ 62144 h 785674"/>
                <a:gd name="connsiteX14" fmla="*/ 2329858 w 2329858"/>
                <a:gd name="connsiteY14" fmla="*/ 0 h 785674"/>
                <a:gd name="connsiteX15" fmla="*/ 0 w 2329858"/>
                <a:gd name="connsiteY15" fmla="*/ 12614 h 785674"/>
                <a:gd name="connsiteX0" fmla="*/ 0 w 2329858"/>
                <a:gd name="connsiteY0" fmla="*/ 12614 h 785674"/>
                <a:gd name="connsiteX1" fmla="*/ 33559 w 2329858"/>
                <a:gd name="connsiteY1" fmla="*/ 583442 h 785674"/>
                <a:gd name="connsiteX2" fmla="*/ 9561 w 2329858"/>
                <a:gd name="connsiteY2" fmla="*/ 756523 h 785674"/>
                <a:gd name="connsiteX3" fmla="*/ 102986 w 2329858"/>
                <a:gd name="connsiteY3" fmla="*/ 774073 h 785674"/>
                <a:gd name="connsiteX4" fmla="*/ 203656 w 2329858"/>
                <a:gd name="connsiteY4" fmla="*/ 781235 h 785674"/>
                <a:gd name="connsiteX5" fmla="*/ 327943 w 2329858"/>
                <a:gd name="connsiteY5" fmla="*/ 785674 h 785674"/>
                <a:gd name="connsiteX6" fmla="*/ 669734 w 2329858"/>
                <a:gd name="connsiteY6" fmla="*/ 750164 h 785674"/>
                <a:gd name="connsiteX7" fmla="*/ 993768 w 2329858"/>
                <a:gd name="connsiteY7" fmla="*/ 732408 h 785674"/>
                <a:gd name="connsiteX8" fmla="*/ 1060351 w 2329858"/>
                <a:gd name="connsiteY8" fmla="*/ 723530 h 785674"/>
                <a:gd name="connsiteX9" fmla="*/ 1300081 w 2329858"/>
                <a:gd name="connsiteY9" fmla="*/ 350449 h 785674"/>
                <a:gd name="connsiteX10" fmla="*/ 1696969 w 2329858"/>
                <a:gd name="connsiteY10" fmla="*/ 155880 h 785674"/>
                <a:gd name="connsiteX11" fmla="*/ 2017630 w 2329858"/>
                <a:gd name="connsiteY11" fmla="*/ 308301 h 785674"/>
                <a:gd name="connsiteX12" fmla="*/ 2196693 w 2329858"/>
                <a:gd name="connsiteY12" fmla="*/ 226381 h 785674"/>
                <a:gd name="connsiteX13" fmla="*/ 2329858 w 2329858"/>
                <a:gd name="connsiteY13" fmla="*/ 0 h 785674"/>
                <a:gd name="connsiteX14" fmla="*/ 0 w 2329858"/>
                <a:gd name="connsiteY14" fmla="*/ 12614 h 785674"/>
                <a:gd name="connsiteX0" fmla="*/ 0 w 2329858"/>
                <a:gd name="connsiteY0" fmla="*/ 12614 h 785674"/>
                <a:gd name="connsiteX1" fmla="*/ 33559 w 2329858"/>
                <a:gd name="connsiteY1" fmla="*/ 583442 h 785674"/>
                <a:gd name="connsiteX2" fmla="*/ 9561 w 2329858"/>
                <a:gd name="connsiteY2" fmla="*/ 756523 h 785674"/>
                <a:gd name="connsiteX3" fmla="*/ 102986 w 2329858"/>
                <a:gd name="connsiteY3" fmla="*/ 774073 h 785674"/>
                <a:gd name="connsiteX4" fmla="*/ 203656 w 2329858"/>
                <a:gd name="connsiteY4" fmla="*/ 781235 h 785674"/>
                <a:gd name="connsiteX5" fmla="*/ 327943 w 2329858"/>
                <a:gd name="connsiteY5" fmla="*/ 785674 h 785674"/>
                <a:gd name="connsiteX6" fmla="*/ 669734 w 2329858"/>
                <a:gd name="connsiteY6" fmla="*/ 750164 h 785674"/>
                <a:gd name="connsiteX7" fmla="*/ 993768 w 2329858"/>
                <a:gd name="connsiteY7" fmla="*/ 732408 h 785674"/>
                <a:gd name="connsiteX8" fmla="*/ 1060351 w 2329858"/>
                <a:gd name="connsiteY8" fmla="*/ 723530 h 785674"/>
                <a:gd name="connsiteX9" fmla="*/ 1300081 w 2329858"/>
                <a:gd name="connsiteY9" fmla="*/ 350449 h 785674"/>
                <a:gd name="connsiteX10" fmla="*/ 1696969 w 2329858"/>
                <a:gd name="connsiteY10" fmla="*/ 155880 h 785674"/>
                <a:gd name="connsiteX11" fmla="*/ 2017630 w 2329858"/>
                <a:gd name="connsiteY11" fmla="*/ 308301 h 785674"/>
                <a:gd name="connsiteX12" fmla="*/ 2329858 w 2329858"/>
                <a:gd name="connsiteY12" fmla="*/ 0 h 785674"/>
                <a:gd name="connsiteX13" fmla="*/ 0 w 2329858"/>
                <a:gd name="connsiteY13" fmla="*/ 12614 h 785674"/>
                <a:gd name="connsiteX0" fmla="*/ 0 w 2329858"/>
                <a:gd name="connsiteY0" fmla="*/ 12614 h 785674"/>
                <a:gd name="connsiteX1" fmla="*/ 33559 w 2329858"/>
                <a:gd name="connsiteY1" fmla="*/ 583442 h 785674"/>
                <a:gd name="connsiteX2" fmla="*/ 9561 w 2329858"/>
                <a:gd name="connsiteY2" fmla="*/ 756523 h 785674"/>
                <a:gd name="connsiteX3" fmla="*/ 102986 w 2329858"/>
                <a:gd name="connsiteY3" fmla="*/ 774073 h 785674"/>
                <a:gd name="connsiteX4" fmla="*/ 203656 w 2329858"/>
                <a:gd name="connsiteY4" fmla="*/ 781235 h 785674"/>
                <a:gd name="connsiteX5" fmla="*/ 327943 w 2329858"/>
                <a:gd name="connsiteY5" fmla="*/ 785674 h 785674"/>
                <a:gd name="connsiteX6" fmla="*/ 669734 w 2329858"/>
                <a:gd name="connsiteY6" fmla="*/ 750164 h 785674"/>
                <a:gd name="connsiteX7" fmla="*/ 993768 w 2329858"/>
                <a:gd name="connsiteY7" fmla="*/ 732408 h 785674"/>
                <a:gd name="connsiteX8" fmla="*/ 1060351 w 2329858"/>
                <a:gd name="connsiteY8" fmla="*/ 723530 h 785674"/>
                <a:gd name="connsiteX9" fmla="*/ 1300081 w 2329858"/>
                <a:gd name="connsiteY9" fmla="*/ 350449 h 785674"/>
                <a:gd name="connsiteX10" fmla="*/ 1696969 w 2329858"/>
                <a:gd name="connsiteY10" fmla="*/ 155880 h 785674"/>
                <a:gd name="connsiteX11" fmla="*/ 2329858 w 2329858"/>
                <a:gd name="connsiteY11" fmla="*/ 0 h 785674"/>
                <a:gd name="connsiteX12" fmla="*/ 0 w 2329858"/>
                <a:gd name="connsiteY12" fmla="*/ 12614 h 785674"/>
                <a:gd name="connsiteX0" fmla="*/ 0 w 2029592"/>
                <a:gd name="connsiteY0" fmla="*/ 24005 h 797065"/>
                <a:gd name="connsiteX1" fmla="*/ 33559 w 2029592"/>
                <a:gd name="connsiteY1" fmla="*/ 594833 h 797065"/>
                <a:gd name="connsiteX2" fmla="*/ 9561 w 2029592"/>
                <a:gd name="connsiteY2" fmla="*/ 767914 h 797065"/>
                <a:gd name="connsiteX3" fmla="*/ 102986 w 2029592"/>
                <a:gd name="connsiteY3" fmla="*/ 785464 h 797065"/>
                <a:gd name="connsiteX4" fmla="*/ 203656 w 2029592"/>
                <a:gd name="connsiteY4" fmla="*/ 792626 h 797065"/>
                <a:gd name="connsiteX5" fmla="*/ 327943 w 2029592"/>
                <a:gd name="connsiteY5" fmla="*/ 797065 h 797065"/>
                <a:gd name="connsiteX6" fmla="*/ 669734 w 2029592"/>
                <a:gd name="connsiteY6" fmla="*/ 761555 h 797065"/>
                <a:gd name="connsiteX7" fmla="*/ 993768 w 2029592"/>
                <a:gd name="connsiteY7" fmla="*/ 743799 h 797065"/>
                <a:gd name="connsiteX8" fmla="*/ 1060351 w 2029592"/>
                <a:gd name="connsiteY8" fmla="*/ 734921 h 797065"/>
                <a:gd name="connsiteX9" fmla="*/ 1300081 w 2029592"/>
                <a:gd name="connsiteY9" fmla="*/ 361840 h 797065"/>
                <a:gd name="connsiteX10" fmla="*/ 1696969 w 2029592"/>
                <a:gd name="connsiteY10" fmla="*/ 167271 h 797065"/>
                <a:gd name="connsiteX11" fmla="*/ 2029592 w 2029592"/>
                <a:gd name="connsiteY11" fmla="*/ 0 h 797065"/>
                <a:gd name="connsiteX12" fmla="*/ 0 w 2029592"/>
                <a:gd name="connsiteY12" fmla="*/ 24005 h 797065"/>
                <a:gd name="connsiteX0" fmla="*/ 0 w 2033705"/>
                <a:gd name="connsiteY0" fmla="*/ 1 h 773061"/>
                <a:gd name="connsiteX1" fmla="*/ 33559 w 2033705"/>
                <a:gd name="connsiteY1" fmla="*/ 570829 h 773061"/>
                <a:gd name="connsiteX2" fmla="*/ 9561 w 2033705"/>
                <a:gd name="connsiteY2" fmla="*/ 743910 h 773061"/>
                <a:gd name="connsiteX3" fmla="*/ 102986 w 2033705"/>
                <a:gd name="connsiteY3" fmla="*/ 761460 h 773061"/>
                <a:gd name="connsiteX4" fmla="*/ 203656 w 2033705"/>
                <a:gd name="connsiteY4" fmla="*/ 768622 h 773061"/>
                <a:gd name="connsiteX5" fmla="*/ 327943 w 2033705"/>
                <a:gd name="connsiteY5" fmla="*/ 773061 h 773061"/>
                <a:gd name="connsiteX6" fmla="*/ 669734 w 2033705"/>
                <a:gd name="connsiteY6" fmla="*/ 737551 h 773061"/>
                <a:gd name="connsiteX7" fmla="*/ 993768 w 2033705"/>
                <a:gd name="connsiteY7" fmla="*/ 719795 h 773061"/>
                <a:gd name="connsiteX8" fmla="*/ 1060351 w 2033705"/>
                <a:gd name="connsiteY8" fmla="*/ 710917 h 773061"/>
                <a:gd name="connsiteX9" fmla="*/ 1300081 w 2033705"/>
                <a:gd name="connsiteY9" fmla="*/ 337836 h 773061"/>
                <a:gd name="connsiteX10" fmla="*/ 1696969 w 2033705"/>
                <a:gd name="connsiteY10" fmla="*/ 143267 h 773061"/>
                <a:gd name="connsiteX11" fmla="*/ 2033705 w 2033705"/>
                <a:gd name="connsiteY11" fmla="*/ 27265 h 773061"/>
                <a:gd name="connsiteX12" fmla="*/ 0 w 2033705"/>
                <a:gd name="connsiteY12" fmla="*/ 1 h 773061"/>
                <a:gd name="connsiteX0" fmla="*/ 0 w 1897966"/>
                <a:gd name="connsiteY0" fmla="*/ 1 h 773061"/>
                <a:gd name="connsiteX1" fmla="*/ 33559 w 1897966"/>
                <a:gd name="connsiteY1" fmla="*/ 570829 h 773061"/>
                <a:gd name="connsiteX2" fmla="*/ 9561 w 1897966"/>
                <a:gd name="connsiteY2" fmla="*/ 743910 h 773061"/>
                <a:gd name="connsiteX3" fmla="*/ 102986 w 1897966"/>
                <a:gd name="connsiteY3" fmla="*/ 761460 h 773061"/>
                <a:gd name="connsiteX4" fmla="*/ 203656 w 1897966"/>
                <a:gd name="connsiteY4" fmla="*/ 768622 h 773061"/>
                <a:gd name="connsiteX5" fmla="*/ 327943 w 1897966"/>
                <a:gd name="connsiteY5" fmla="*/ 773061 h 773061"/>
                <a:gd name="connsiteX6" fmla="*/ 669734 w 1897966"/>
                <a:gd name="connsiteY6" fmla="*/ 737551 h 773061"/>
                <a:gd name="connsiteX7" fmla="*/ 993768 w 1897966"/>
                <a:gd name="connsiteY7" fmla="*/ 719795 h 773061"/>
                <a:gd name="connsiteX8" fmla="*/ 1060351 w 1897966"/>
                <a:gd name="connsiteY8" fmla="*/ 710917 h 773061"/>
                <a:gd name="connsiteX9" fmla="*/ 1300081 w 1897966"/>
                <a:gd name="connsiteY9" fmla="*/ 337836 h 773061"/>
                <a:gd name="connsiteX10" fmla="*/ 1696969 w 1897966"/>
                <a:gd name="connsiteY10" fmla="*/ 143267 h 773061"/>
                <a:gd name="connsiteX11" fmla="*/ 1897966 w 1897966"/>
                <a:gd name="connsiteY11" fmla="*/ 4480 h 773061"/>
                <a:gd name="connsiteX12" fmla="*/ 0 w 1897966"/>
                <a:gd name="connsiteY12" fmla="*/ 1 h 773061"/>
                <a:gd name="connsiteX0" fmla="*/ 0 w 1897966"/>
                <a:gd name="connsiteY0" fmla="*/ 1 h 773061"/>
                <a:gd name="connsiteX1" fmla="*/ 33559 w 1897966"/>
                <a:gd name="connsiteY1" fmla="*/ 570829 h 773061"/>
                <a:gd name="connsiteX2" fmla="*/ 9561 w 1897966"/>
                <a:gd name="connsiteY2" fmla="*/ 743910 h 773061"/>
                <a:gd name="connsiteX3" fmla="*/ 102986 w 1897966"/>
                <a:gd name="connsiteY3" fmla="*/ 761460 h 773061"/>
                <a:gd name="connsiteX4" fmla="*/ 203656 w 1897966"/>
                <a:gd name="connsiteY4" fmla="*/ 768622 h 773061"/>
                <a:gd name="connsiteX5" fmla="*/ 327943 w 1897966"/>
                <a:gd name="connsiteY5" fmla="*/ 773061 h 773061"/>
                <a:gd name="connsiteX6" fmla="*/ 669734 w 1897966"/>
                <a:gd name="connsiteY6" fmla="*/ 737551 h 773061"/>
                <a:gd name="connsiteX7" fmla="*/ 993768 w 1897966"/>
                <a:gd name="connsiteY7" fmla="*/ 719795 h 773061"/>
                <a:gd name="connsiteX8" fmla="*/ 1060351 w 1897966"/>
                <a:gd name="connsiteY8" fmla="*/ 710917 h 773061"/>
                <a:gd name="connsiteX9" fmla="*/ 1341214 w 1897966"/>
                <a:gd name="connsiteY9" fmla="*/ 366320 h 773061"/>
                <a:gd name="connsiteX10" fmla="*/ 1696969 w 1897966"/>
                <a:gd name="connsiteY10" fmla="*/ 143267 h 773061"/>
                <a:gd name="connsiteX11" fmla="*/ 1897966 w 1897966"/>
                <a:gd name="connsiteY11" fmla="*/ 4480 h 773061"/>
                <a:gd name="connsiteX12" fmla="*/ 0 w 1897966"/>
                <a:gd name="connsiteY12" fmla="*/ 1 h 773061"/>
                <a:gd name="connsiteX0" fmla="*/ 0 w 1897966"/>
                <a:gd name="connsiteY0" fmla="*/ 1 h 773061"/>
                <a:gd name="connsiteX1" fmla="*/ 33559 w 1897966"/>
                <a:gd name="connsiteY1" fmla="*/ 570829 h 773061"/>
                <a:gd name="connsiteX2" fmla="*/ 9561 w 1897966"/>
                <a:gd name="connsiteY2" fmla="*/ 743910 h 773061"/>
                <a:gd name="connsiteX3" fmla="*/ 102986 w 1897966"/>
                <a:gd name="connsiteY3" fmla="*/ 761460 h 773061"/>
                <a:gd name="connsiteX4" fmla="*/ 203656 w 1897966"/>
                <a:gd name="connsiteY4" fmla="*/ 768622 h 773061"/>
                <a:gd name="connsiteX5" fmla="*/ 327943 w 1897966"/>
                <a:gd name="connsiteY5" fmla="*/ 773061 h 773061"/>
                <a:gd name="connsiteX6" fmla="*/ 669734 w 1897966"/>
                <a:gd name="connsiteY6" fmla="*/ 737551 h 773061"/>
                <a:gd name="connsiteX7" fmla="*/ 993768 w 1897966"/>
                <a:gd name="connsiteY7" fmla="*/ 719795 h 773061"/>
                <a:gd name="connsiteX8" fmla="*/ 1052123 w 1897966"/>
                <a:gd name="connsiteY8" fmla="*/ 648255 h 773061"/>
                <a:gd name="connsiteX9" fmla="*/ 1341214 w 1897966"/>
                <a:gd name="connsiteY9" fmla="*/ 366320 h 773061"/>
                <a:gd name="connsiteX10" fmla="*/ 1696969 w 1897966"/>
                <a:gd name="connsiteY10" fmla="*/ 143267 h 773061"/>
                <a:gd name="connsiteX11" fmla="*/ 1897966 w 1897966"/>
                <a:gd name="connsiteY11" fmla="*/ 4480 h 773061"/>
                <a:gd name="connsiteX12" fmla="*/ 0 w 1897966"/>
                <a:gd name="connsiteY12" fmla="*/ 1 h 773061"/>
                <a:gd name="connsiteX0" fmla="*/ 0 w 1897966"/>
                <a:gd name="connsiteY0" fmla="*/ 1 h 773061"/>
                <a:gd name="connsiteX1" fmla="*/ 33559 w 1897966"/>
                <a:gd name="connsiteY1" fmla="*/ 570829 h 773061"/>
                <a:gd name="connsiteX2" fmla="*/ 9561 w 1897966"/>
                <a:gd name="connsiteY2" fmla="*/ 743910 h 773061"/>
                <a:gd name="connsiteX3" fmla="*/ 102986 w 1897966"/>
                <a:gd name="connsiteY3" fmla="*/ 761460 h 773061"/>
                <a:gd name="connsiteX4" fmla="*/ 203656 w 1897966"/>
                <a:gd name="connsiteY4" fmla="*/ 768622 h 773061"/>
                <a:gd name="connsiteX5" fmla="*/ 327943 w 1897966"/>
                <a:gd name="connsiteY5" fmla="*/ 773061 h 773061"/>
                <a:gd name="connsiteX6" fmla="*/ 669734 w 1897966"/>
                <a:gd name="connsiteY6" fmla="*/ 737551 h 773061"/>
                <a:gd name="connsiteX7" fmla="*/ 915617 w 1897966"/>
                <a:gd name="connsiteY7" fmla="*/ 662833 h 773061"/>
                <a:gd name="connsiteX8" fmla="*/ 1052123 w 1897966"/>
                <a:gd name="connsiteY8" fmla="*/ 648255 h 773061"/>
                <a:gd name="connsiteX9" fmla="*/ 1341214 w 1897966"/>
                <a:gd name="connsiteY9" fmla="*/ 366320 h 773061"/>
                <a:gd name="connsiteX10" fmla="*/ 1696969 w 1897966"/>
                <a:gd name="connsiteY10" fmla="*/ 143267 h 773061"/>
                <a:gd name="connsiteX11" fmla="*/ 1897966 w 1897966"/>
                <a:gd name="connsiteY11" fmla="*/ 4480 h 773061"/>
                <a:gd name="connsiteX12" fmla="*/ 0 w 1897966"/>
                <a:gd name="connsiteY12" fmla="*/ 1 h 773061"/>
                <a:gd name="connsiteX0" fmla="*/ 0 w 1897966"/>
                <a:gd name="connsiteY0" fmla="*/ 1 h 773061"/>
                <a:gd name="connsiteX1" fmla="*/ 33559 w 1897966"/>
                <a:gd name="connsiteY1" fmla="*/ 570829 h 773061"/>
                <a:gd name="connsiteX2" fmla="*/ 9561 w 1897966"/>
                <a:gd name="connsiteY2" fmla="*/ 743910 h 773061"/>
                <a:gd name="connsiteX3" fmla="*/ 102986 w 1897966"/>
                <a:gd name="connsiteY3" fmla="*/ 761460 h 773061"/>
                <a:gd name="connsiteX4" fmla="*/ 203656 w 1897966"/>
                <a:gd name="connsiteY4" fmla="*/ 768622 h 773061"/>
                <a:gd name="connsiteX5" fmla="*/ 327943 w 1897966"/>
                <a:gd name="connsiteY5" fmla="*/ 773061 h 773061"/>
                <a:gd name="connsiteX6" fmla="*/ 669734 w 1897966"/>
                <a:gd name="connsiteY6" fmla="*/ 737551 h 773061"/>
                <a:gd name="connsiteX7" fmla="*/ 915617 w 1897966"/>
                <a:gd name="connsiteY7" fmla="*/ 662833 h 773061"/>
                <a:gd name="connsiteX8" fmla="*/ 1052123 w 1897966"/>
                <a:gd name="connsiteY8" fmla="*/ 648255 h 773061"/>
                <a:gd name="connsiteX9" fmla="*/ 1341214 w 1897966"/>
                <a:gd name="connsiteY9" fmla="*/ 366320 h 773061"/>
                <a:gd name="connsiteX10" fmla="*/ 1890292 w 1897966"/>
                <a:gd name="connsiteY10" fmla="*/ 274284 h 773061"/>
                <a:gd name="connsiteX11" fmla="*/ 1897966 w 1897966"/>
                <a:gd name="connsiteY11" fmla="*/ 4480 h 773061"/>
                <a:gd name="connsiteX12" fmla="*/ 0 w 1897966"/>
                <a:gd name="connsiteY12" fmla="*/ 1 h 773061"/>
                <a:gd name="connsiteX0" fmla="*/ 0 w 1996685"/>
                <a:gd name="connsiteY0" fmla="*/ 1 h 773061"/>
                <a:gd name="connsiteX1" fmla="*/ 33559 w 1996685"/>
                <a:gd name="connsiteY1" fmla="*/ 570829 h 773061"/>
                <a:gd name="connsiteX2" fmla="*/ 9561 w 1996685"/>
                <a:gd name="connsiteY2" fmla="*/ 743910 h 773061"/>
                <a:gd name="connsiteX3" fmla="*/ 102986 w 1996685"/>
                <a:gd name="connsiteY3" fmla="*/ 761460 h 773061"/>
                <a:gd name="connsiteX4" fmla="*/ 203656 w 1996685"/>
                <a:gd name="connsiteY4" fmla="*/ 768622 h 773061"/>
                <a:gd name="connsiteX5" fmla="*/ 327943 w 1996685"/>
                <a:gd name="connsiteY5" fmla="*/ 773061 h 773061"/>
                <a:gd name="connsiteX6" fmla="*/ 669734 w 1996685"/>
                <a:gd name="connsiteY6" fmla="*/ 737551 h 773061"/>
                <a:gd name="connsiteX7" fmla="*/ 915617 w 1996685"/>
                <a:gd name="connsiteY7" fmla="*/ 662833 h 773061"/>
                <a:gd name="connsiteX8" fmla="*/ 1052123 w 1996685"/>
                <a:gd name="connsiteY8" fmla="*/ 648255 h 773061"/>
                <a:gd name="connsiteX9" fmla="*/ 1341214 w 1996685"/>
                <a:gd name="connsiteY9" fmla="*/ 366320 h 773061"/>
                <a:gd name="connsiteX10" fmla="*/ 1890292 w 1996685"/>
                <a:gd name="connsiteY10" fmla="*/ 274284 h 773061"/>
                <a:gd name="connsiteX11" fmla="*/ 1996685 w 1996685"/>
                <a:gd name="connsiteY11" fmla="*/ 4480 h 773061"/>
                <a:gd name="connsiteX12" fmla="*/ 0 w 1996685"/>
                <a:gd name="connsiteY12" fmla="*/ 1 h 773061"/>
                <a:gd name="connsiteX0" fmla="*/ 0 w 1996685"/>
                <a:gd name="connsiteY0" fmla="*/ 1 h 773061"/>
                <a:gd name="connsiteX1" fmla="*/ 33559 w 1996685"/>
                <a:gd name="connsiteY1" fmla="*/ 570829 h 773061"/>
                <a:gd name="connsiteX2" fmla="*/ 9561 w 1996685"/>
                <a:gd name="connsiteY2" fmla="*/ 743910 h 773061"/>
                <a:gd name="connsiteX3" fmla="*/ 102986 w 1996685"/>
                <a:gd name="connsiteY3" fmla="*/ 761460 h 773061"/>
                <a:gd name="connsiteX4" fmla="*/ 203656 w 1996685"/>
                <a:gd name="connsiteY4" fmla="*/ 768622 h 773061"/>
                <a:gd name="connsiteX5" fmla="*/ 327943 w 1996685"/>
                <a:gd name="connsiteY5" fmla="*/ 773061 h 773061"/>
                <a:gd name="connsiteX6" fmla="*/ 669734 w 1996685"/>
                <a:gd name="connsiteY6" fmla="*/ 737551 h 773061"/>
                <a:gd name="connsiteX7" fmla="*/ 915617 w 1996685"/>
                <a:gd name="connsiteY7" fmla="*/ 662833 h 773061"/>
                <a:gd name="connsiteX8" fmla="*/ 1052123 w 1996685"/>
                <a:gd name="connsiteY8" fmla="*/ 648255 h 773061"/>
                <a:gd name="connsiteX9" fmla="*/ 1341214 w 1996685"/>
                <a:gd name="connsiteY9" fmla="*/ 366320 h 773061"/>
                <a:gd name="connsiteX10" fmla="*/ 1976671 w 1996685"/>
                <a:gd name="connsiteY10" fmla="*/ 268588 h 773061"/>
                <a:gd name="connsiteX11" fmla="*/ 1996685 w 1996685"/>
                <a:gd name="connsiteY11" fmla="*/ 4480 h 773061"/>
                <a:gd name="connsiteX12" fmla="*/ 0 w 1996685"/>
                <a:gd name="connsiteY12" fmla="*/ 1 h 77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96685" h="773061">
                  <a:moveTo>
                    <a:pt x="0" y="1"/>
                  </a:moveTo>
                  <a:lnTo>
                    <a:pt x="33559" y="570829"/>
                  </a:lnTo>
                  <a:lnTo>
                    <a:pt x="9561" y="743910"/>
                  </a:lnTo>
                  <a:lnTo>
                    <a:pt x="102986" y="761460"/>
                  </a:lnTo>
                  <a:lnTo>
                    <a:pt x="203656" y="768622"/>
                  </a:lnTo>
                  <a:lnTo>
                    <a:pt x="327943" y="773061"/>
                  </a:lnTo>
                  <a:lnTo>
                    <a:pt x="669734" y="737551"/>
                  </a:lnTo>
                  <a:lnTo>
                    <a:pt x="915617" y="662833"/>
                  </a:lnTo>
                  <a:lnTo>
                    <a:pt x="1052123" y="648255"/>
                  </a:lnTo>
                  <a:lnTo>
                    <a:pt x="1341214" y="366320"/>
                  </a:lnTo>
                  <a:lnTo>
                    <a:pt x="1976671" y="268588"/>
                  </a:lnTo>
                  <a:lnTo>
                    <a:pt x="1996685" y="44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23A97C76-F521-9A6B-E816-3C9CCF1EE10E}"/>
                  </a:ext>
                </a:extLst>
              </p:cNvPr>
              <p:cNvSpPr txBox="1"/>
              <p:nvPr/>
            </p:nvSpPr>
            <p:spPr>
              <a:xfrm>
                <a:off x="8774217" y="2157721"/>
                <a:ext cx="2025811" cy="9648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𝝉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𝑽𝒐</m:t>
                          </m:r>
                          <m:sSub>
                            <m:sSubPr>
                              <m:ctrlP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𝒇𝒍𝒐𝒐𝒅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𝒇𝒍𝒐𝒐𝒅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23A97C76-F521-9A6B-E816-3C9CCF1EE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217" y="2157721"/>
                <a:ext cx="2025811" cy="9648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BEFB657-9999-FA8A-9283-8EECD82F4E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10074" y="3429707"/>
            <a:ext cx="8475632" cy="33902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BE4CCD-D543-0E25-CBF0-711A9F33C89A}"/>
              </a:ext>
            </a:extLst>
          </p:cNvPr>
          <p:cNvSpPr txBox="1"/>
          <p:nvPr/>
        </p:nvSpPr>
        <p:spPr>
          <a:xfrm>
            <a:off x="2872263" y="94661"/>
            <a:ext cx="467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E4154D-FFEB-AA80-9416-AE29BEAAB129}"/>
              </a:ext>
            </a:extLst>
          </p:cNvPr>
          <p:cNvSpPr txBox="1"/>
          <p:nvPr/>
        </p:nvSpPr>
        <p:spPr>
          <a:xfrm>
            <a:off x="2872263" y="1710327"/>
            <a:ext cx="467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(B)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C407C3-F2AC-DDE9-32FC-92ED28F34B89}"/>
              </a:ext>
            </a:extLst>
          </p:cNvPr>
          <p:cNvSpPr txBox="1"/>
          <p:nvPr/>
        </p:nvSpPr>
        <p:spPr>
          <a:xfrm>
            <a:off x="5392795" y="1688705"/>
            <a:ext cx="555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(C)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0771CF-7F44-701B-1F2C-C56F03DF9DF8}"/>
              </a:ext>
            </a:extLst>
          </p:cNvPr>
          <p:cNvSpPr txBox="1"/>
          <p:nvPr/>
        </p:nvSpPr>
        <p:spPr>
          <a:xfrm>
            <a:off x="8496705" y="1712080"/>
            <a:ext cx="555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(D)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0969BA-DB2E-8A8F-C488-86C30703DF7D}"/>
              </a:ext>
            </a:extLst>
          </p:cNvPr>
          <p:cNvSpPr txBox="1"/>
          <p:nvPr/>
        </p:nvSpPr>
        <p:spPr>
          <a:xfrm>
            <a:off x="2767348" y="3156500"/>
            <a:ext cx="555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D5BABD-E8ED-99D6-94C4-0C0060A234AD}"/>
              </a:ext>
            </a:extLst>
          </p:cNvPr>
          <p:cNvSpPr txBox="1"/>
          <p:nvPr/>
        </p:nvSpPr>
        <p:spPr>
          <a:xfrm>
            <a:off x="5352693" y="3161145"/>
            <a:ext cx="555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(F)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F2EA28-142A-0DCB-D2F2-36A5730B89DC}"/>
              </a:ext>
            </a:extLst>
          </p:cNvPr>
          <p:cNvSpPr txBox="1"/>
          <p:nvPr/>
        </p:nvSpPr>
        <p:spPr>
          <a:xfrm>
            <a:off x="8219194" y="3163855"/>
            <a:ext cx="555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(G)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720C34D-B912-616B-83F6-FAA49A3313AE}"/>
              </a:ext>
            </a:extLst>
          </p:cNvPr>
          <p:cNvSpPr/>
          <p:nvPr/>
        </p:nvSpPr>
        <p:spPr>
          <a:xfrm>
            <a:off x="5982788" y="2473234"/>
            <a:ext cx="1939471" cy="596537"/>
          </a:xfrm>
          <a:custGeom>
            <a:avLst/>
            <a:gdLst>
              <a:gd name="connsiteX0" fmla="*/ 0 w 2076994"/>
              <a:gd name="connsiteY0" fmla="*/ 8709 h 596537"/>
              <a:gd name="connsiteX1" fmla="*/ 82731 w 2076994"/>
              <a:gd name="connsiteY1" fmla="*/ 0 h 596537"/>
              <a:gd name="connsiteX2" fmla="*/ 152400 w 2076994"/>
              <a:gd name="connsiteY2" fmla="*/ 43543 h 596537"/>
              <a:gd name="connsiteX3" fmla="*/ 191588 w 2076994"/>
              <a:gd name="connsiteY3" fmla="*/ 126275 h 596537"/>
              <a:gd name="connsiteX4" fmla="*/ 226422 w 2076994"/>
              <a:gd name="connsiteY4" fmla="*/ 226423 h 596537"/>
              <a:gd name="connsiteX5" fmla="*/ 265611 w 2076994"/>
              <a:gd name="connsiteY5" fmla="*/ 304800 h 596537"/>
              <a:gd name="connsiteX6" fmla="*/ 304800 w 2076994"/>
              <a:gd name="connsiteY6" fmla="*/ 374469 h 596537"/>
              <a:gd name="connsiteX7" fmla="*/ 352697 w 2076994"/>
              <a:gd name="connsiteY7" fmla="*/ 439783 h 596537"/>
              <a:gd name="connsiteX8" fmla="*/ 461554 w 2076994"/>
              <a:gd name="connsiteY8" fmla="*/ 435429 h 596537"/>
              <a:gd name="connsiteX9" fmla="*/ 583474 w 2076994"/>
              <a:gd name="connsiteY9" fmla="*/ 418012 h 596537"/>
              <a:gd name="connsiteX10" fmla="*/ 609600 w 2076994"/>
              <a:gd name="connsiteY10" fmla="*/ 418012 h 596537"/>
              <a:gd name="connsiteX11" fmla="*/ 613954 w 2076994"/>
              <a:gd name="connsiteY11" fmla="*/ 487680 h 596537"/>
              <a:gd name="connsiteX12" fmla="*/ 635725 w 2076994"/>
              <a:gd name="connsiteY12" fmla="*/ 535577 h 596537"/>
              <a:gd name="connsiteX13" fmla="*/ 687977 w 2076994"/>
              <a:gd name="connsiteY13" fmla="*/ 566057 h 596537"/>
              <a:gd name="connsiteX14" fmla="*/ 788125 w 2076994"/>
              <a:gd name="connsiteY14" fmla="*/ 596537 h 596537"/>
              <a:gd name="connsiteX15" fmla="*/ 914400 w 2076994"/>
              <a:gd name="connsiteY15" fmla="*/ 596537 h 596537"/>
              <a:gd name="connsiteX16" fmla="*/ 1018902 w 2076994"/>
              <a:gd name="connsiteY16" fmla="*/ 579120 h 596537"/>
              <a:gd name="connsiteX17" fmla="*/ 1031965 w 2076994"/>
              <a:gd name="connsiteY17" fmla="*/ 535577 h 596537"/>
              <a:gd name="connsiteX18" fmla="*/ 1062445 w 2076994"/>
              <a:gd name="connsiteY18" fmla="*/ 492035 h 596537"/>
              <a:gd name="connsiteX19" fmla="*/ 1119051 w 2076994"/>
              <a:gd name="connsiteY19" fmla="*/ 492035 h 596537"/>
              <a:gd name="connsiteX20" fmla="*/ 1171302 w 2076994"/>
              <a:gd name="connsiteY20" fmla="*/ 492035 h 596537"/>
              <a:gd name="connsiteX21" fmla="*/ 1284514 w 2076994"/>
              <a:gd name="connsiteY21" fmla="*/ 487680 h 596537"/>
              <a:gd name="connsiteX22" fmla="*/ 1397725 w 2076994"/>
              <a:gd name="connsiteY22" fmla="*/ 483326 h 596537"/>
              <a:gd name="connsiteX23" fmla="*/ 1528354 w 2076994"/>
              <a:gd name="connsiteY23" fmla="*/ 465909 h 596537"/>
              <a:gd name="connsiteX24" fmla="*/ 1680754 w 2076994"/>
              <a:gd name="connsiteY24" fmla="*/ 413657 h 596537"/>
              <a:gd name="connsiteX25" fmla="*/ 1793965 w 2076994"/>
              <a:gd name="connsiteY25" fmla="*/ 374469 h 596537"/>
              <a:gd name="connsiteX26" fmla="*/ 1885405 w 2076994"/>
              <a:gd name="connsiteY26" fmla="*/ 330926 h 596537"/>
              <a:gd name="connsiteX27" fmla="*/ 1959428 w 2076994"/>
              <a:gd name="connsiteY27" fmla="*/ 287383 h 596537"/>
              <a:gd name="connsiteX28" fmla="*/ 2042160 w 2076994"/>
              <a:gd name="connsiteY28" fmla="*/ 204652 h 596537"/>
              <a:gd name="connsiteX29" fmla="*/ 2076994 w 2076994"/>
              <a:gd name="connsiteY29" fmla="*/ 152400 h 596537"/>
              <a:gd name="connsiteX30" fmla="*/ 2076994 w 2076994"/>
              <a:gd name="connsiteY30" fmla="*/ 152400 h 596537"/>
              <a:gd name="connsiteX31" fmla="*/ 2072640 w 2076994"/>
              <a:gd name="connsiteY31" fmla="*/ 195943 h 596537"/>
              <a:gd name="connsiteX0" fmla="*/ 0 w 2076994"/>
              <a:gd name="connsiteY0" fmla="*/ 8709 h 596537"/>
              <a:gd name="connsiteX1" fmla="*/ 82731 w 2076994"/>
              <a:gd name="connsiteY1" fmla="*/ 0 h 596537"/>
              <a:gd name="connsiteX2" fmla="*/ 152400 w 2076994"/>
              <a:gd name="connsiteY2" fmla="*/ 43543 h 596537"/>
              <a:gd name="connsiteX3" fmla="*/ 191588 w 2076994"/>
              <a:gd name="connsiteY3" fmla="*/ 126275 h 596537"/>
              <a:gd name="connsiteX4" fmla="*/ 226422 w 2076994"/>
              <a:gd name="connsiteY4" fmla="*/ 226423 h 596537"/>
              <a:gd name="connsiteX5" fmla="*/ 265611 w 2076994"/>
              <a:gd name="connsiteY5" fmla="*/ 304800 h 596537"/>
              <a:gd name="connsiteX6" fmla="*/ 304800 w 2076994"/>
              <a:gd name="connsiteY6" fmla="*/ 374469 h 596537"/>
              <a:gd name="connsiteX7" fmla="*/ 352697 w 2076994"/>
              <a:gd name="connsiteY7" fmla="*/ 439783 h 596537"/>
              <a:gd name="connsiteX8" fmla="*/ 461554 w 2076994"/>
              <a:gd name="connsiteY8" fmla="*/ 435429 h 596537"/>
              <a:gd name="connsiteX9" fmla="*/ 583474 w 2076994"/>
              <a:gd name="connsiteY9" fmla="*/ 418012 h 596537"/>
              <a:gd name="connsiteX10" fmla="*/ 609600 w 2076994"/>
              <a:gd name="connsiteY10" fmla="*/ 418012 h 596537"/>
              <a:gd name="connsiteX11" fmla="*/ 613954 w 2076994"/>
              <a:gd name="connsiteY11" fmla="*/ 487680 h 596537"/>
              <a:gd name="connsiteX12" fmla="*/ 635725 w 2076994"/>
              <a:gd name="connsiteY12" fmla="*/ 535577 h 596537"/>
              <a:gd name="connsiteX13" fmla="*/ 687977 w 2076994"/>
              <a:gd name="connsiteY13" fmla="*/ 566057 h 596537"/>
              <a:gd name="connsiteX14" fmla="*/ 788125 w 2076994"/>
              <a:gd name="connsiteY14" fmla="*/ 596537 h 596537"/>
              <a:gd name="connsiteX15" fmla="*/ 914400 w 2076994"/>
              <a:gd name="connsiteY15" fmla="*/ 596537 h 596537"/>
              <a:gd name="connsiteX16" fmla="*/ 1018902 w 2076994"/>
              <a:gd name="connsiteY16" fmla="*/ 579120 h 596537"/>
              <a:gd name="connsiteX17" fmla="*/ 1031965 w 2076994"/>
              <a:gd name="connsiteY17" fmla="*/ 535577 h 596537"/>
              <a:gd name="connsiteX18" fmla="*/ 1066073 w 2076994"/>
              <a:gd name="connsiteY18" fmla="*/ 406764 h 596537"/>
              <a:gd name="connsiteX19" fmla="*/ 1119051 w 2076994"/>
              <a:gd name="connsiteY19" fmla="*/ 492035 h 596537"/>
              <a:gd name="connsiteX20" fmla="*/ 1171302 w 2076994"/>
              <a:gd name="connsiteY20" fmla="*/ 492035 h 596537"/>
              <a:gd name="connsiteX21" fmla="*/ 1284514 w 2076994"/>
              <a:gd name="connsiteY21" fmla="*/ 487680 h 596537"/>
              <a:gd name="connsiteX22" fmla="*/ 1397725 w 2076994"/>
              <a:gd name="connsiteY22" fmla="*/ 483326 h 596537"/>
              <a:gd name="connsiteX23" fmla="*/ 1528354 w 2076994"/>
              <a:gd name="connsiteY23" fmla="*/ 465909 h 596537"/>
              <a:gd name="connsiteX24" fmla="*/ 1680754 w 2076994"/>
              <a:gd name="connsiteY24" fmla="*/ 413657 h 596537"/>
              <a:gd name="connsiteX25" fmla="*/ 1793965 w 2076994"/>
              <a:gd name="connsiteY25" fmla="*/ 374469 h 596537"/>
              <a:gd name="connsiteX26" fmla="*/ 1885405 w 2076994"/>
              <a:gd name="connsiteY26" fmla="*/ 330926 h 596537"/>
              <a:gd name="connsiteX27" fmla="*/ 1959428 w 2076994"/>
              <a:gd name="connsiteY27" fmla="*/ 287383 h 596537"/>
              <a:gd name="connsiteX28" fmla="*/ 2042160 w 2076994"/>
              <a:gd name="connsiteY28" fmla="*/ 204652 h 596537"/>
              <a:gd name="connsiteX29" fmla="*/ 2076994 w 2076994"/>
              <a:gd name="connsiteY29" fmla="*/ 152400 h 596537"/>
              <a:gd name="connsiteX30" fmla="*/ 2076994 w 2076994"/>
              <a:gd name="connsiteY30" fmla="*/ 152400 h 596537"/>
              <a:gd name="connsiteX31" fmla="*/ 2072640 w 2076994"/>
              <a:gd name="connsiteY31" fmla="*/ 195943 h 596537"/>
              <a:gd name="connsiteX0" fmla="*/ 0 w 2076994"/>
              <a:gd name="connsiteY0" fmla="*/ 8709 h 596537"/>
              <a:gd name="connsiteX1" fmla="*/ 82731 w 2076994"/>
              <a:gd name="connsiteY1" fmla="*/ 0 h 596537"/>
              <a:gd name="connsiteX2" fmla="*/ 152400 w 2076994"/>
              <a:gd name="connsiteY2" fmla="*/ 43543 h 596537"/>
              <a:gd name="connsiteX3" fmla="*/ 191588 w 2076994"/>
              <a:gd name="connsiteY3" fmla="*/ 126275 h 596537"/>
              <a:gd name="connsiteX4" fmla="*/ 226422 w 2076994"/>
              <a:gd name="connsiteY4" fmla="*/ 226423 h 596537"/>
              <a:gd name="connsiteX5" fmla="*/ 265611 w 2076994"/>
              <a:gd name="connsiteY5" fmla="*/ 304800 h 596537"/>
              <a:gd name="connsiteX6" fmla="*/ 304800 w 2076994"/>
              <a:gd name="connsiteY6" fmla="*/ 374469 h 596537"/>
              <a:gd name="connsiteX7" fmla="*/ 352697 w 2076994"/>
              <a:gd name="connsiteY7" fmla="*/ 439783 h 596537"/>
              <a:gd name="connsiteX8" fmla="*/ 461554 w 2076994"/>
              <a:gd name="connsiteY8" fmla="*/ 435429 h 596537"/>
              <a:gd name="connsiteX9" fmla="*/ 583474 w 2076994"/>
              <a:gd name="connsiteY9" fmla="*/ 418012 h 596537"/>
              <a:gd name="connsiteX10" fmla="*/ 609600 w 2076994"/>
              <a:gd name="connsiteY10" fmla="*/ 418012 h 596537"/>
              <a:gd name="connsiteX11" fmla="*/ 613954 w 2076994"/>
              <a:gd name="connsiteY11" fmla="*/ 487680 h 596537"/>
              <a:gd name="connsiteX12" fmla="*/ 635725 w 2076994"/>
              <a:gd name="connsiteY12" fmla="*/ 535577 h 596537"/>
              <a:gd name="connsiteX13" fmla="*/ 687977 w 2076994"/>
              <a:gd name="connsiteY13" fmla="*/ 566057 h 596537"/>
              <a:gd name="connsiteX14" fmla="*/ 788125 w 2076994"/>
              <a:gd name="connsiteY14" fmla="*/ 596537 h 596537"/>
              <a:gd name="connsiteX15" fmla="*/ 914400 w 2076994"/>
              <a:gd name="connsiteY15" fmla="*/ 596537 h 596537"/>
              <a:gd name="connsiteX16" fmla="*/ 1018902 w 2076994"/>
              <a:gd name="connsiteY16" fmla="*/ 579120 h 596537"/>
              <a:gd name="connsiteX17" fmla="*/ 1064623 w 2076994"/>
              <a:gd name="connsiteY17" fmla="*/ 497477 h 596537"/>
              <a:gd name="connsiteX18" fmla="*/ 1066073 w 2076994"/>
              <a:gd name="connsiteY18" fmla="*/ 406764 h 596537"/>
              <a:gd name="connsiteX19" fmla="*/ 1119051 w 2076994"/>
              <a:gd name="connsiteY19" fmla="*/ 492035 h 596537"/>
              <a:gd name="connsiteX20" fmla="*/ 1171302 w 2076994"/>
              <a:gd name="connsiteY20" fmla="*/ 492035 h 596537"/>
              <a:gd name="connsiteX21" fmla="*/ 1284514 w 2076994"/>
              <a:gd name="connsiteY21" fmla="*/ 487680 h 596537"/>
              <a:gd name="connsiteX22" fmla="*/ 1397725 w 2076994"/>
              <a:gd name="connsiteY22" fmla="*/ 483326 h 596537"/>
              <a:gd name="connsiteX23" fmla="*/ 1528354 w 2076994"/>
              <a:gd name="connsiteY23" fmla="*/ 465909 h 596537"/>
              <a:gd name="connsiteX24" fmla="*/ 1680754 w 2076994"/>
              <a:gd name="connsiteY24" fmla="*/ 413657 h 596537"/>
              <a:gd name="connsiteX25" fmla="*/ 1793965 w 2076994"/>
              <a:gd name="connsiteY25" fmla="*/ 374469 h 596537"/>
              <a:gd name="connsiteX26" fmla="*/ 1885405 w 2076994"/>
              <a:gd name="connsiteY26" fmla="*/ 330926 h 596537"/>
              <a:gd name="connsiteX27" fmla="*/ 1959428 w 2076994"/>
              <a:gd name="connsiteY27" fmla="*/ 287383 h 596537"/>
              <a:gd name="connsiteX28" fmla="*/ 2042160 w 2076994"/>
              <a:gd name="connsiteY28" fmla="*/ 204652 h 596537"/>
              <a:gd name="connsiteX29" fmla="*/ 2076994 w 2076994"/>
              <a:gd name="connsiteY29" fmla="*/ 152400 h 596537"/>
              <a:gd name="connsiteX30" fmla="*/ 2076994 w 2076994"/>
              <a:gd name="connsiteY30" fmla="*/ 152400 h 596537"/>
              <a:gd name="connsiteX31" fmla="*/ 2072640 w 2076994"/>
              <a:gd name="connsiteY31" fmla="*/ 195943 h 596537"/>
              <a:gd name="connsiteX0" fmla="*/ 0 w 2076994"/>
              <a:gd name="connsiteY0" fmla="*/ 8709 h 596537"/>
              <a:gd name="connsiteX1" fmla="*/ 82731 w 2076994"/>
              <a:gd name="connsiteY1" fmla="*/ 0 h 596537"/>
              <a:gd name="connsiteX2" fmla="*/ 152400 w 2076994"/>
              <a:gd name="connsiteY2" fmla="*/ 43543 h 596537"/>
              <a:gd name="connsiteX3" fmla="*/ 191588 w 2076994"/>
              <a:gd name="connsiteY3" fmla="*/ 126275 h 596537"/>
              <a:gd name="connsiteX4" fmla="*/ 226422 w 2076994"/>
              <a:gd name="connsiteY4" fmla="*/ 226423 h 596537"/>
              <a:gd name="connsiteX5" fmla="*/ 265611 w 2076994"/>
              <a:gd name="connsiteY5" fmla="*/ 304800 h 596537"/>
              <a:gd name="connsiteX6" fmla="*/ 304800 w 2076994"/>
              <a:gd name="connsiteY6" fmla="*/ 374469 h 596537"/>
              <a:gd name="connsiteX7" fmla="*/ 352697 w 2076994"/>
              <a:gd name="connsiteY7" fmla="*/ 439783 h 596537"/>
              <a:gd name="connsiteX8" fmla="*/ 461554 w 2076994"/>
              <a:gd name="connsiteY8" fmla="*/ 435429 h 596537"/>
              <a:gd name="connsiteX9" fmla="*/ 583474 w 2076994"/>
              <a:gd name="connsiteY9" fmla="*/ 418012 h 596537"/>
              <a:gd name="connsiteX10" fmla="*/ 609600 w 2076994"/>
              <a:gd name="connsiteY10" fmla="*/ 418012 h 596537"/>
              <a:gd name="connsiteX11" fmla="*/ 613954 w 2076994"/>
              <a:gd name="connsiteY11" fmla="*/ 487680 h 596537"/>
              <a:gd name="connsiteX12" fmla="*/ 635725 w 2076994"/>
              <a:gd name="connsiteY12" fmla="*/ 535577 h 596537"/>
              <a:gd name="connsiteX13" fmla="*/ 687977 w 2076994"/>
              <a:gd name="connsiteY13" fmla="*/ 566057 h 596537"/>
              <a:gd name="connsiteX14" fmla="*/ 788125 w 2076994"/>
              <a:gd name="connsiteY14" fmla="*/ 596537 h 596537"/>
              <a:gd name="connsiteX15" fmla="*/ 914400 w 2076994"/>
              <a:gd name="connsiteY15" fmla="*/ 596537 h 596537"/>
              <a:gd name="connsiteX16" fmla="*/ 1018902 w 2076994"/>
              <a:gd name="connsiteY16" fmla="*/ 579120 h 596537"/>
              <a:gd name="connsiteX17" fmla="*/ 1064623 w 2076994"/>
              <a:gd name="connsiteY17" fmla="*/ 497477 h 596537"/>
              <a:gd name="connsiteX18" fmla="*/ 1066073 w 2076994"/>
              <a:gd name="connsiteY18" fmla="*/ 406764 h 596537"/>
              <a:gd name="connsiteX19" fmla="*/ 1146265 w 2076994"/>
              <a:gd name="connsiteY19" fmla="*/ 415835 h 596537"/>
              <a:gd name="connsiteX20" fmla="*/ 1171302 w 2076994"/>
              <a:gd name="connsiteY20" fmla="*/ 492035 h 596537"/>
              <a:gd name="connsiteX21" fmla="*/ 1284514 w 2076994"/>
              <a:gd name="connsiteY21" fmla="*/ 487680 h 596537"/>
              <a:gd name="connsiteX22" fmla="*/ 1397725 w 2076994"/>
              <a:gd name="connsiteY22" fmla="*/ 483326 h 596537"/>
              <a:gd name="connsiteX23" fmla="*/ 1528354 w 2076994"/>
              <a:gd name="connsiteY23" fmla="*/ 465909 h 596537"/>
              <a:gd name="connsiteX24" fmla="*/ 1680754 w 2076994"/>
              <a:gd name="connsiteY24" fmla="*/ 413657 h 596537"/>
              <a:gd name="connsiteX25" fmla="*/ 1793965 w 2076994"/>
              <a:gd name="connsiteY25" fmla="*/ 374469 h 596537"/>
              <a:gd name="connsiteX26" fmla="*/ 1885405 w 2076994"/>
              <a:gd name="connsiteY26" fmla="*/ 330926 h 596537"/>
              <a:gd name="connsiteX27" fmla="*/ 1959428 w 2076994"/>
              <a:gd name="connsiteY27" fmla="*/ 287383 h 596537"/>
              <a:gd name="connsiteX28" fmla="*/ 2042160 w 2076994"/>
              <a:gd name="connsiteY28" fmla="*/ 204652 h 596537"/>
              <a:gd name="connsiteX29" fmla="*/ 2076994 w 2076994"/>
              <a:gd name="connsiteY29" fmla="*/ 152400 h 596537"/>
              <a:gd name="connsiteX30" fmla="*/ 2076994 w 2076994"/>
              <a:gd name="connsiteY30" fmla="*/ 152400 h 596537"/>
              <a:gd name="connsiteX31" fmla="*/ 2072640 w 2076994"/>
              <a:gd name="connsiteY31" fmla="*/ 195943 h 596537"/>
              <a:gd name="connsiteX0" fmla="*/ 0 w 2076994"/>
              <a:gd name="connsiteY0" fmla="*/ 8709 h 596537"/>
              <a:gd name="connsiteX1" fmla="*/ 82731 w 2076994"/>
              <a:gd name="connsiteY1" fmla="*/ 0 h 596537"/>
              <a:gd name="connsiteX2" fmla="*/ 152400 w 2076994"/>
              <a:gd name="connsiteY2" fmla="*/ 43543 h 596537"/>
              <a:gd name="connsiteX3" fmla="*/ 191588 w 2076994"/>
              <a:gd name="connsiteY3" fmla="*/ 126275 h 596537"/>
              <a:gd name="connsiteX4" fmla="*/ 226422 w 2076994"/>
              <a:gd name="connsiteY4" fmla="*/ 226423 h 596537"/>
              <a:gd name="connsiteX5" fmla="*/ 265611 w 2076994"/>
              <a:gd name="connsiteY5" fmla="*/ 304800 h 596537"/>
              <a:gd name="connsiteX6" fmla="*/ 304800 w 2076994"/>
              <a:gd name="connsiteY6" fmla="*/ 374469 h 596537"/>
              <a:gd name="connsiteX7" fmla="*/ 352697 w 2076994"/>
              <a:gd name="connsiteY7" fmla="*/ 439783 h 596537"/>
              <a:gd name="connsiteX8" fmla="*/ 461554 w 2076994"/>
              <a:gd name="connsiteY8" fmla="*/ 435429 h 596537"/>
              <a:gd name="connsiteX9" fmla="*/ 583474 w 2076994"/>
              <a:gd name="connsiteY9" fmla="*/ 418012 h 596537"/>
              <a:gd name="connsiteX10" fmla="*/ 609600 w 2076994"/>
              <a:gd name="connsiteY10" fmla="*/ 418012 h 596537"/>
              <a:gd name="connsiteX11" fmla="*/ 613954 w 2076994"/>
              <a:gd name="connsiteY11" fmla="*/ 487680 h 596537"/>
              <a:gd name="connsiteX12" fmla="*/ 635725 w 2076994"/>
              <a:gd name="connsiteY12" fmla="*/ 535577 h 596537"/>
              <a:gd name="connsiteX13" fmla="*/ 687977 w 2076994"/>
              <a:gd name="connsiteY13" fmla="*/ 566057 h 596537"/>
              <a:gd name="connsiteX14" fmla="*/ 788125 w 2076994"/>
              <a:gd name="connsiteY14" fmla="*/ 596537 h 596537"/>
              <a:gd name="connsiteX15" fmla="*/ 914400 w 2076994"/>
              <a:gd name="connsiteY15" fmla="*/ 596537 h 596537"/>
              <a:gd name="connsiteX16" fmla="*/ 1018902 w 2076994"/>
              <a:gd name="connsiteY16" fmla="*/ 579120 h 596537"/>
              <a:gd name="connsiteX17" fmla="*/ 1064623 w 2076994"/>
              <a:gd name="connsiteY17" fmla="*/ 497477 h 596537"/>
              <a:gd name="connsiteX18" fmla="*/ 1066073 w 2076994"/>
              <a:gd name="connsiteY18" fmla="*/ 406764 h 596537"/>
              <a:gd name="connsiteX19" fmla="*/ 1146265 w 2076994"/>
              <a:gd name="connsiteY19" fmla="*/ 415835 h 596537"/>
              <a:gd name="connsiteX20" fmla="*/ 1234802 w 2076994"/>
              <a:gd name="connsiteY20" fmla="*/ 412206 h 596537"/>
              <a:gd name="connsiteX21" fmla="*/ 1284514 w 2076994"/>
              <a:gd name="connsiteY21" fmla="*/ 487680 h 596537"/>
              <a:gd name="connsiteX22" fmla="*/ 1397725 w 2076994"/>
              <a:gd name="connsiteY22" fmla="*/ 483326 h 596537"/>
              <a:gd name="connsiteX23" fmla="*/ 1528354 w 2076994"/>
              <a:gd name="connsiteY23" fmla="*/ 465909 h 596537"/>
              <a:gd name="connsiteX24" fmla="*/ 1680754 w 2076994"/>
              <a:gd name="connsiteY24" fmla="*/ 413657 h 596537"/>
              <a:gd name="connsiteX25" fmla="*/ 1793965 w 2076994"/>
              <a:gd name="connsiteY25" fmla="*/ 374469 h 596537"/>
              <a:gd name="connsiteX26" fmla="*/ 1885405 w 2076994"/>
              <a:gd name="connsiteY26" fmla="*/ 330926 h 596537"/>
              <a:gd name="connsiteX27" fmla="*/ 1959428 w 2076994"/>
              <a:gd name="connsiteY27" fmla="*/ 287383 h 596537"/>
              <a:gd name="connsiteX28" fmla="*/ 2042160 w 2076994"/>
              <a:gd name="connsiteY28" fmla="*/ 204652 h 596537"/>
              <a:gd name="connsiteX29" fmla="*/ 2076994 w 2076994"/>
              <a:gd name="connsiteY29" fmla="*/ 152400 h 596537"/>
              <a:gd name="connsiteX30" fmla="*/ 2076994 w 2076994"/>
              <a:gd name="connsiteY30" fmla="*/ 152400 h 596537"/>
              <a:gd name="connsiteX31" fmla="*/ 2072640 w 2076994"/>
              <a:gd name="connsiteY31" fmla="*/ 195943 h 596537"/>
              <a:gd name="connsiteX0" fmla="*/ 0 w 2076994"/>
              <a:gd name="connsiteY0" fmla="*/ 8709 h 596537"/>
              <a:gd name="connsiteX1" fmla="*/ 82731 w 2076994"/>
              <a:gd name="connsiteY1" fmla="*/ 0 h 596537"/>
              <a:gd name="connsiteX2" fmla="*/ 152400 w 2076994"/>
              <a:gd name="connsiteY2" fmla="*/ 43543 h 596537"/>
              <a:gd name="connsiteX3" fmla="*/ 191588 w 2076994"/>
              <a:gd name="connsiteY3" fmla="*/ 126275 h 596537"/>
              <a:gd name="connsiteX4" fmla="*/ 226422 w 2076994"/>
              <a:gd name="connsiteY4" fmla="*/ 226423 h 596537"/>
              <a:gd name="connsiteX5" fmla="*/ 265611 w 2076994"/>
              <a:gd name="connsiteY5" fmla="*/ 304800 h 596537"/>
              <a:gd name="connsiteX6" fmla="*/ 304800 w 2076994"/>
              <a:gd name="connsiteY6" fmla="*/ 374469 h 596537"/>
              <a:gd name="connsiteX7" fmla="*/ 352697 w 2076994"/>
              <a:gd name="connsiteY7" fmla="*/ 439783 h 596537"/>
              <a:gd name="connsiteX8" fmla="*/ 461554 w 2076994"/>
              <a:gd name="connsiteY8" fmla="*/ 435429 h 596537"/>
              <a:gd name="connsiteX9" fmla="*/ 583474 w 2076994"/>
              <a:gd name="connsiteY9" fmla="*/ 418012 h 596537"/>
              <a:gd name="connsiteX10" fmla="*/ 609600 w 2076994"/>
              <a:gd name="connsiteY10" fmla="*/ 418012 h 596537"/>
              <a:gd name="connsiteX11" fmla="*/ 613954 w 2076994"/>
              <a:gd name="connsiteY11" fmla="*/ 487680 h 596537"/>
              <a:gd name="connsiteX12" fmla="*/ 635725 w 2076994"/>
              <a:gd name="connsiteY12" fmla="*/ 535577 h 596537"/>
              <a:gd name="connsiteX13" fmla="*/ 687977 w 2076994"/>
              <a:gd name="connsiteY13" fmla="*/ 566057 h 596537"/>
              <a:gd name="connsiteX14" fmla="*/ 788125 w 2076994"/>
              <a:gd name="connsiteY14" fmla="*/ 596537 h 596537"/>
              <a:gd name="connsiteX15" fmla="*/ 914400 w 2076994"/>
              <a:gd name="connsiteY15" fmla="*/ 596537 h 596537"/>
              <a:gd name="connsiteX16" fmla="*/ 1018902 w 2076994"/>
              <a:gd name="connsiteY16" fmla="*/ 579120 h 596537"/>
              <a:gd name="connsiteX17" fmla="*/ 1064623 w 2076994"/>
              <a:gd name="connsiteY17" fmla="*/ 497477 h 596537"/>
              <a:gd name="connsiteX18" fmla="*/ 1066073 w 2076994"/>
              <a:gd name="connsiteY18" fmla="*/ 406764 h 596537"/>
              <a:gd name="connsiteX19" fmla="*/ 1146265 w 2076994"/>
              <a:gd name="connsiteY19" fmla="*/ 415835 h 596537"/>
              <a:gd name="connsiteX20" fmla="*/ 1234802 w 2076994"/>
              <a:gd name="connsiteY20" fmla="*/ 412206 h 596537"/>
              <a:gd name="connsiteX21" fmla="*/ 1402442 w 2076994"/>
              <a:gd name="connsiteY21" fmla="*/ 406037 h 596537"/>
              <a:gd name="connsiteX22" fmla="*/ 1397725 w 2076994"/>
              <a:gd name="connsiteY22" fmla="*/ 483326 h 596537"/>
              <a:gd name="connsiteX23" fmla="*/ 1528354 w 2076994"/>
              <a:gd name="connsiteY23" fmla="*/ 465909 h 596537"/>
              <a:gd name="connsiteX24" fmla="*/ 1680754 w 2076994"/>
              <a:gd name="connsiteY24" fmla="*/ 413657 h 596537"/>
              <a:gd name="connsiteX25" fmla="*/ 1793965 w 2076994"/>
              <a:gd name="connsiteY25" fmla="*/ 374469 h 596537"/>
              <a:gd name="connsiteX26" fmla="*/ 1885405 w 2076994"/>
              <a:gd name="connsiteY26" fmla="*/ 330926 h 596537"/>
              <a:gd name="connsiteX27" fmla="*/ 1959428 w 2076994"/>
              <a:gd name="connsiteY27" fmla="*/ 287383 h 596537"/>
              <a:gd name="connsiteX28" fmla="*/ 2042160 w 2076994"/>
              <a:gd name="connsiteY28" fmla="*/ 204652 h 596537"/>
              <a:gd name="connsiteX29" fmla="*/ 2076994 w 2076994"/>
              <a:gd name="connsiteY29" fmla="*/ 152400 h 596537"/>
              <a:gd name="connsiteX30" fmla="*/ 2076994 w 2076994"/>
              <a:gd name="connsiteY30" fmla="*/ 152400 h 596537"/>
              <a:gd name="connsiteX31" fmla="*/ 2072640 w 2076994"/>
              <a:gd name="connsiteY31" fmla="*/ 195943 h 596537"/>
              <a:gd name="connsiteX0" fmla="*/ 0 w 2076994"/>
              <a:gd name="connsiteY0" fmla="*/ 8709 h 596537"/>
              <a:gd name="connsiteX1" fmla="*/ 82731 w 2076994"/>
              <a:gd name="connsiteY1" fmla="*/ 0 h 596537"/>
              <a:gd name="connsiteX2" fmla="*/ 152400 w 2076994"/>
              <a:gd name="connsiteY2" fmla="*/ 43543 h 596537"/>
              <a:gd name="connsiteX3" fmla="*/ 191588 w 2076994"/>
              <a:gd name="connsiteY3" fmla="*/ 126275 h 596537"/>
              <a:gd name="connsiteX4" fmla="*/ 226422 w 2076994"/>
              <a:gd name="connsiteY4" fmla="*/ 226423 h 596537"/>
              <a:gd name="connsiteX5" fmla="*/ 265611 w 2076994"/>
              <a:gd name="connsiteY5" fmla="*/ 304800 h 596537"/>
              <a:gd name="connsiteX6" fmla="*/ 304800 w 2076994"/>
              <a:gd name="connsiteY6" fmla="*/ 374469 h 596537"/>
              <a:gd name="connsiteX7" fmla="*/ 352697 w 2076994"/>
              <a:gd name="connsiteY7" fmla="*/ 439783 h 596537"/>
              <a:gd name="connsiteX8" fmla="*/ 461554 w 2076994"/>
              <a:gd name="connsiteY8" fmla="*/ 435429 h 596537"/>
              <a:gd name="connsiteX9" fmla="*/ 583474 w 2076994"/>
              <a:gd name="connsiteY9" fmla="*/ 418012 h 596537"/>
              <a:gd name="connsiteX10" fmla="*/ 609600 w 2076994"/>
              <a:gd name="connsiteY10" fmla="*/ 418012 h 596537"/>
              <a:gd name="connsiteX11" fmla="*/ 613954 w 2076994"/>
              <a:gd name="connsiteY11" fmla="*/ 487680 h 596537"/>
              <a:gd name="connsiteX12" fmla="*/ 635725 w 2076994"/>
              <a:gd name="connsiteY12" fmla="*/ 535577 h 596537"/>
              <a:gd name="connsiteX13" fmla="*/ 687977 w 2076994"/>
              <a:gd name="connsiteY13" fmla="*/ 566057 h 596537"/>
              <a:gd name="connsiteX14" fmla="*/ 788125 w 2076994"/>
              <a:gd name="connsiteY14" fmla="*/ 596537 h 596537"/>
              <a:gd name="connsiteX15" fmla="*/ 914400 w 2076994"/>
              <a:gd name="connsiteY15" fmla="*/ 596537 h 596537"/>
              <a:gd name="connsiteX16" fmla="*/ 1018902 w 2076994"/>
              <a:gd name="connsiteY16" fmla="*/ 579120 h 596537"/>
              <a:gd name="connsiteX17" fmla="*/ 1064623 w 2076994"/>
              <a:gd name="connsiteY17" fmla="*/ 497477 h 596537"/>
              <a:gd name="connsiteX18" fmla="*/ 1066073 w 2076994"/>
              <a:gd name="connsiteY18" fmla="*/ 406764 h 596537"/>
              <a:gd name="connsiteX19" fmla="*/ 1146265 w 2076994"/>
              <a:gd name="connsiteY19" fmla="*/ 415835 h 596537"/>
              <a:gd name="connsiteX20" fmla="*/ 1234802 w 2076994"/>
              <a:gd name="connsiteY20" fmla="*/ 412206 h 596537"/>
              <a:gd name="connsiteX21" fmla="*/ 1402442 w 2076994"/>
              <a:gd name="connsiteY21" fmla="*/ 406037 h 596537"/>
              <a:gd name="connsiteX22" fmla="*/ 1526539 w 2076994"/>
              <a:gd name="connsiteY22" fmla="*/ 361768 h 596537"/>
              <a:gd name="connsiteX23" fmla="*/ 1528354 w 2076994"/>
              <a:gd name="connsiteY23" fmla="*/ 465909 h 596537"/>
              <a:gd name="connsiteX24" fmla="*/ 1680754 w 2076994"/>
              <a:gd name="connsiteY24" fmla="*/ 413657 h 596537"/>
              <a:gd name="connsiteX25" fmla="*/ 1793965 w 2076994"/>
              <a:gd name="connsiteY25" fmla="*/ 374469 h 596537"/>
              <a:gd name="connsiteX26" fmla="*/ 1885405 w 2076994"/>
              <a:gd name="connsiteY26" fmla="*/ 330926 h 596537"/>
              <a:gd name="connsiteX27" fmla="*/ 1959428 w 2076994"/>
              <a:gd name="connsiteY27" fmla="*/ 287383 h 596537"/>
              <a:gd name="connsiteX28" fmla="*/ 2042160 w 2076994"/>
              <a:gd name="connsiteY28" fmla="*/ 204652 h 596537"/>
              <a:gd name="connsiteX29" fmla="*/ 2076994 w 2076994"/>
              <a:gd name="connsiteY29" fmla="*/ 152400 h 596537"/>
              <a:gd name="connsiteX30" fmla="*/ 2076994 w 2076994"/>
              <a:gd name="connsiteY30" fmla="*/ 152400 h 596537"/>
              <a:gd name="connsiteX31" fmla="*/ 2072640 w 2076994"/>
              <a:gd name="connsiteY31" fmla="*/ 195943 h 596537"/>
              <a:gd name="connsiteX0" fmla="*/ 0 w 2076994"/>
              <a:gd name="connsiteY0" fmla="*/ 8709 h 596537"/>
              <a:gd name="connsiteX1" fmla="*/ 82731 w 2076994"/>
              <a:gd name="connsiteY1" fmla="*/ 0 h 596537"/>
              <a:gd name="connsiteX2" fmla="*/ 152400 w 2076994"/>
              <a:gd name="connsiteY2" fmla="*/ 43543 h 596537"/>
              <a:gd name="connsiteX3" fmla="*/ 191588 w 2076994"/>
              <a:gd name="connsiteY3" fmla="*/ 126275 h 596537"/>
              <a:gd name="connsiteX4" fmla="*/ 226422 w 2076994"/>
              <a:gd name="connsiteY4" fmla="*/ 226423 h 596537"/>
              <a:gd name="connsiteX5" fmla="*/ 265611 w 2076994"/>
              <a:gd name="connsiteY5" fmla="*/ 304800 h 596537"/>
              <a:gd name="connsiteX6" fmla="*/ 304800 w 2076994"/>
              <a:gd name="connsiteY6" fmla="*/ 374469 h 596537"/>
              <a:gd name="connsiteX7" fmla="*/ 352697 w 2076994"/>
              <a:gd name="connsiteY7" fmla="*/ 439783 h 596537"/>
              <a:gd name="connsiteX8" fmla="*/ 461554 w 2076994"/>
              <a:gd name="connsiteY8" fmla="*/ 435429 h 596537"/>
              <a:gd name="connsiteX9" fmla="*/ 583474 w 2076994"/>
              <a:gd name="connsiteY9" fmla="*/ 418012 h 596537"/>
              <a:gd name="connsiteX10" fmla="*/ 609600 w 2076994"/>
              <a:gd name="connsiteY10" fmla="*/ 418012 h 596537"/>
              <a:gd name="connsiteX11" fmla="*/ 613954 w 2076994"/>
              <a:gd name="connsiteY11" fmla="*/ 487680 h 596537"/>
              <a:gd name="connsiteX12" fmla="*/ 635725 w 2076994"/>
              <a:gd name="connsiteY12" fmla="*/ 535577 h 596537"/>
              <a:gd name="connsiteX13" fmla="*/ 687977 w 2076994"/>
              <a:gd name="connsiteY13" fmla="*/ 566057 h 596537"/>
              <a:gd name="connsiteX14" fmla="*/ 788125 w 2076994"/>
              <a:gd name="connsiteY14" fmla="*/ 596537 h 596537"/>
              <a:gd name="connsiteX15" fmla="*/ 914400 w 2076994"/>
              <a:gd name="connsiteY15" fmla="*/ 596537 h 596537"/>
              <a:gd name="connsiteX16" fmla="*/ 1018902 w 2076994"/>
              <a:gd name="connsiteY16" fmla="*/ 579120 h 596537"/>
              <a:gd name="connsiteX17" fmla="*/ 1064623 w 2076994"/>
              <a:gd name="connsiteY17" fmla="*/ 497477 h 596537"/>
              <a:gd name="connsiteX18" fmla="*/ 1066073 w 2076994"/>
              <a:gd name="connsiteY18" fmla="*/ 406764 h 596537"/>
              <a:gd name="connsiteX19" fmla="*/ 1146265 w 2076994"/>
              <a:gd name="connsiteY19" fmla="*/ 415835 h 596537"/>
              <a:gd name="connsiteX20" fmla="*/ 1234802 w 2076994"/>
              <a:gd name="connsiteY20" fmla="*/ 412206 h 596537"/>
              <a:gd name="connsiteX21" fmla="*/ 1402442 w 2076994"/>
              <a:gd name="connsiteY21" fmla="*/ 406037 h 596537"/>
              <a:gd name="connsiteX22" fmla="*/ 1526539 w 2076994"/>
              <a:gd name="connsiteY22" fmla="*/ 361768 h 596537"/>
              <a:gd name="connsiteX23" fmla="*/ 1673497 w 2076994"/>
              <a:gd name="connsiteY23" fmla="*/ 284480 h 596537"/>
              <a:gd name="connsiteX24" fmla="*/ 1680754 w 2076994"/>
              <a:gd name="connsiteY24" fmla="*/ 413657 h 596537"/>
              <a:gd name="connsiteX25" fmla="*/ 1793965 w 2076994"/>
              <a:gd name="connsiteY25" fmla="*/ 374469 h 596537"/>
              <a:gd name="connsiteX26" fmla="*/ 1885405 w 2076994"/>
              <a:gd name="connsiteY26" fmla="*/ 330926 h 596537"/>
              <a:gd name="connsiteX27" fmla="*/ 1959428 w 2076994"/>
              <a:gd name="connsiteY27" fmla="*/ 287383 h 596537"/>
              <a:gd name="connsiteX28" fmla="*/ 2042160 w 2076994"/>
              <a:gd name="connsiteY28" fmla="*/ 204652 h 596537"/>
              <a:gd name="connsiteX29" fmla="*/ 2076994 w 2076994"/>
              <a:gd name="connsiteY29" fmla="*/ 152400 h 596537"/>
              <a:gd name="connsiteX30" fmla="*/ 2076994 w 2076994"/>
              <a:gd name="connsiteY30" fmla="*/ 152400 h 596537"/>
              <a:gd name="connsiteX31" fmla="*/ 2072640 w 2076994"/>
              <a:gd name="connsiteY31" fmla="*/ 195943 h 596537"/>
              <a:gd name="connsiteX0" fmla="*/ 0 w 2076994"/>
              <a:gd name="connsiteY0" fmla="*/ 8709 h 596537"/>
              <a:gd name="connsiteX1" fmla="*/ 82731 w 2076994"/>
              <a:gd name="connsiteY1" fmla="*/ 0 h 596537"/>
              <a:gd name="connsiteX2" fmla="*/ 152400 w 2076994"/>
              <a:gd name="connsiteY2" fmla="*/ 43543 h 596537"/>
              <a:gd name="connsiteX3" fmla="*/ 191588 w 2076994"/>
              <a:gd name="connsiteY3" fmla="*/ 126275 h 596537"/>
              <a:gd name="connsiteX4" fmla="*/ 226422 w 2076994"/>
              <a:gd name="connsiteY4" fmla="*/ 226423 h 596537"/>
              <a:gd name="connsiteX5" fmla="*/ 265611 w 2076994"/>
              <a:gd name="connsiteY5" fmla="*/ 304800 h 596537"/>
              <a:gd name="connsiteX6" fmla="*/ 304800 w 2076994"/>
              <a:gd name="connsiteY6" fmla="*/ 374469 h 596537"/>
              <a:gd name="connsiteX7" fmla="*/ 352697 w 2076994"/>
              <a:gd name="connsiteY7" fmla="*/ 439783 h 596537"/>
              <a:gd name="connsiteX8" fmla="*/ 461554 w 2076994"/>
              <a:gd name="connsiteY8" fmla="*/ 435429 h 596537"/>
              <a:gd name="connsiteX9" fmla="*/ 583474 w 2076994"/>
              <a:gd name="connsiteY9" fmla="*/ 418012 h 596537"/>
              <a:gd name="connsiteX10" fmla="*/ 609600 w 2076994"/>
              <a:gd name="connsiteY10" fmla="*/ 418012 h 596537"/>
              <a:gd name="connsiteX11" fmla="*/ 613954 w 2076994"/>
              <a:gd name="connsiteY11" fmla="*/ 487680 h 596537"/>
              <a:gd name="connsiteX12" fmla="*/ 635725 w 2076994"/>
              <a:gd name="connsiteY12" fmla="*/ 535577 h 596537"/>
              <a:gd name="connsiteX13" fmla="*/ 687977 w 2076994"/>
              <a:gd name="connsiteY13" fmla="*/ 566057 h 596537"/>
              <a:gd name="connsiteX14" fmla="*/ 788125 w 2076994"/>
              <a:gd name="connsiteY14" fmla="*/ 596537 h 596537"/>
              <a:gd name="connsiteX15" fmla="*/ 914400 w 2076994"/>
              <a:gd name="connsiteY15" fmla="*/ 596537 h 596537"/>
              <a:gd name="connsiteX16" fmla="*/ 1018902 w 2076994"/>
              <a:gd name="connsiteY16" fmla="*/ 579120 h 596537"/>
              <a:gd name="connsiteX17" fmla="*/ 1064623 w 2076994"/>
              <a:gd name="connsiteY17" fmla="*/ 497477 h 596537"/>
              <a:gd name="connsiteX18" fmla="*/ 1066073 w 2076994"/>
              <a:gd name="connsiteY18" fmla="*/ 406764 h 596537"/>
              <a:gd name="connsiteX19" fmla="*/ 1146265 w 2076994"/>
              <a:gd name="connsiteY19" fmla="*/ 415835 h 596537"/>
              <a:gd name="connsiteX20" fmla="*/ 1234802 w 2076994"/>
              <a:gd name="connsiteY20" fmla="*/ 412206 h 596537"/>
              <a:gd name="connsiteX21" fmla="*/ 1402442 w 2076994"/>
              <a:gd name="connsiteY21" fmla="*/ 406037 h 596537"/>
              <a:gd name="connsiteX22" fmla="*/ 1526539 w 2076994"/>
              <a:gd name="connsiteY22" fmla="*/ 361768 h 596537"/>
              <a:gd name="connsiteX23" fmla="*/ 1673497 w 2076994"/>
              <a:gd name="connsiteY23" fmla="*/ 284480 h 596537"/>
              <a:gd name="connsiteX24" fmla="*/ 1729739 w 2076994"/>
              <a:gd name="connsiteY24" fmla="*/ 201385 h 596537"/>
              <a:gd name="connsiteX25" fmla="*/ 1793965 w 2076994"/>
              <a:gd name="connsiteY25" fmla="*/ 374469 h 596537"/>
              <a:gd name="connsiteX26" fmla="*/ 1885405 w 2076994"/>
              <a:gd name="connsiteY26" fmla="*/ 330926 h 596537"/>
              <a:gd name="connsiteX27" fmla="*/ 1959428 w 2076994"/>
              <a:gd name="connsiteY27" fmla="*/ 287383 h 596537"/>
              <a:gd name="connsiteX28" fmla="*/ 2042160 w 2076994"/>
              <a:gd name="connsiteY28" fmla="*/ 204652 h 596537"/>
              <a:gd name="connsiteX29" fmla="*/ 2076994 w 2076994"/>
              <a:gd name="connsiteY29" fmla="*/ 152400 h 596537"/>
              <a:gd name="connsiteX30" fmla="*/ 2076994 w 2076994"/>
              <a:gd name="connsiteY30" fmla="*/ 152400 h 596537"/>
              <a:gd name="connsiteX31" fmla="*/ 2072640 w 2076994"/>
              <a:gd name="connsiteY31" fmla="*/ 195943 h 596537"/>
              <a:gd name="connsiteX0" fmla="*/ 0 w 2076994"/>
              <a:gd name="connsiteY0" fmla="*/ 8709 h 596537"/>
              <a:gd name="connsiteX1" fmla="*/ 82731 w 2076994"/>
              <a:gd name="connsiteY1" fmla="*/ 0 h 596537"/>
              <a:gd name="connsiteX2" fmla="*/ 152400 w 2076994"/>
              <a:gd name="connsiteY2" fmla="*/ 43543 h 596537"/>
              <a:gd name="connsiteX3" fmla="*/ 191588 w 2076994"/>
              <a:gd name="connsiteY3" fmla="*/ 126275 h 596537"/>
              <a:gd name="connsiteX4" fmla="*/ 226422 w 2076994"/>
              <a:gd name="connsiteY4" fmla="*/ 226423 h 596537"/>
              <a:gd name="connsiteX5" fmla="*/ 265611 w 2076994"/>
              <a:gd name="connsiteY5" fmla="*/ 304800 h 596537"/>
              <a:gd name="connsiteX6" fmla="*/ 304800 w 2076994"/>
              <a:gd name="connsiteY6" fmla="*/ 374469 h 596537"/>
              <a:gd name="connsiteX7" fmla="*/ 352697 w 2076994"/>
              <a:gd name="connsiteY7" fmla="*/ 439783 h 596537"/>
              <a:gd name="connsiteX8" fmla="*/ 461554 w 2076994"/>
              <a:gd name="connsiteY8" fmla="*/ 435429 h 596537"/>
              <a:gd name="connsiteX9" fmla="*/ 583474 w 2076994"/>
              <a:gd name="connsiteY9" fmla="*/ 418012 h 596537"/>
              <a:gd name="connsiteX10" fmla="*/ 609600 w 2076994"/>
              <a:gd name="connsiteY10" fmla="*/ 418012 h 596537"/>
              <a:gd name="connsiteX11" fmla="*/ 613954 w 2076994"/>
              <a:gd name="connsiteY11" fmla="*/ 487680 h 596537"/>
              <a:gd name="connsiteX12" fmla="*/ 635725 w 2076994"/>
              <a:gd name="connsiteY12" fmla="*/ 535577 h 596537"/>
              <a:gd name="connsiteX13" fmla="*/ 687977 w 2076994"/>
              <a:gd name="connsiteY13" fmla="*/ 566057 h 596537"/>
              <a:gd name="connsiteX14" fmla="*/ 788125 w 2076994"/>
              <a:gd name="connsiteY14" fmla="*/ 596537 h 596537"/>
              <a:gd name="connsiteX15" fmla="*/ 914400 w 2076994"/>
              <a:gd name="connsiteY15" fmla="*/ 596537 h 596537"/>
              <a:gd name="connsiteX16" fmla="*/ 1018902 w 2076994"/>
              <a:gd name="connsiteY16" fmla="*/ 579120 h 596537"/>
              <a:gd name="connsiteX17" fmla="*/ 1064623 w 2076994"/>
              <a:gd name="connsiteY17" fmla="*/ 497477 h 596537"/>
              <a:gd name="connsiteX18" fmla="*/ 1066073 w 2076994"/>
              <a:gd name="connsiteY18" fmla="*/ 406764 h 596537"/>
              <a:gd name="connsiteX19" fmla="*/ 1146265 w 2076994"/>
              <a:gd name="connsiteY19" fmla="*/ 415835 h 596537"/>
              <a:gd name="connsiteX20" fmla="*/ 1234802 w 2076994"/>
              <a:gd name="connsiteY20" fmla="*/ 412206 h 596537"/>
              <a:gd name="connsiteX21" fmla="*/ 1402442 w 2076994"/>
              <a:gd name="connsiteY21" fmla="*/ 406037 h 596537"/>
              <a:gd name="connsiteX22" fmla="*/ 1526539 w 2076994"/>
              <a:gd name="connsiteY22" fmla="*/ 361768 h 596537"/>
              <a:gd name="connsiteX23" fmla="*/ 1673497 w 2076994"/>
              <a:gd name="connsiteY23" fmla="*/ 284480 h 596537"/>
              <a:gd name="connsiteX24" fmla="*/ 1755139 w 2076994"/>
              <a:gd name="connsiteY24" fmla="*/ 250371 h 596537"/>
              <a:gd name="connsiteX25" fmla="*/ 1793965 w 2076994"/>
              <a:gd name="connsiteY25" fmla="*/ 374469 h 596537"/>
              <a:gd name="connsiteX26" fmla="*/ 1885405 w 2076994"/>
              <a:gd name="connsiteY26" fmla="*/ 330926 h 596537"/>
              <a:gd name="connsiteX27" fmla="*/ 1959428 w 2076994"/>
              <a:gd name="connsiteY27" fmla="*/ 287383 h 596537"/>
              <a:gd name="connsiteX28" fmla="*/ 2042160 w 2076994"/>
              <a:gd name="connsiteY28" fmla="*/ 204652 h 596537"/>
              <a:gd name="connsiteX29" fmla="*/ 2076994 w 2076994"/>
              <a:gd name="connsiteY29" fmla="*/ 152400 h 596537"/>
              <a:gd name="connsiteX30" fmla="*/ 2076994 w 2076994"/>
              <a:gd name="connsiteY30" fmla="*/ 152400 h 596537"/>
              <a:gd name="connsiteX31" fmla="*/ 2072640 w 2076994"/>
              <a:gd name="connsiteY31" fmla="*/ 195943 h 596537"/>
              <a:gd name="connsiteX0" fmla="*/ 0 w 2076994"/>
              <a:gd name="connsiteY0" fmla="*/ 8709 h 596537"/>
              <a:gd name="connsiteX1" fmla="*/ 82731 w 2076994"/>
              <a:gd name="connsiteY1" fmla="*/ 0 h 596537"/>
              <a:gd name="connsiteX2" fmla="*/ 152400 w 2076994"/>
              <a:gd name="connsiteY2" fmla="*/ 43543 h 596537"/>
              <a:gd name="connsiteX3" fmla="*/ 191588 w 2076994"/>
              <a:gd name="connsiteY3" fmla="*/ 126275 h 596537"/>
              <a:gd name="connsiteX4" fmla="*/ 226422 w 2076994"/>
              <a:gd name="connsiteY4" fmla="*/ 226423 h 596537"/>
              <a:gd name="connsiteX5" fmla="*/ 265611 w 2076994"/>
              <a:gd name="connsiteY5" fmla="*/ 304800 h 596537"/>
              <a:gd name="connsiteX6" fmla="*/ 304800 w 2076994"/>
              <a:gd name="connsiteY6" fmla="*/ 374469 h 596537"/>
              <a:gd name="connsiteX7" fmla="*/ 352697 w 2076994"/>
              <a:gd name="connsiteY7" fmla="*/ 439783 h 596537"/>
              <a:gd name="connsiteX8" fmla="*/ 461554 w 2076994"/>
              <a:gd name="connsiteY8" fmla="*/ 435429 h 596537"/>
              <a:gd name="connsiteX9" fmla="*/ 583474 w 2076994"/>
              <a:gd name="connsiteY9" fmla="*/ 418012 h 596537"/>
              <a:gd name="connsiteX10" fmla="*/ 609600 w 2076994"/>
              <a:gd name="connsiteY10" fmla="*/ 418012 h 596537"/>
              <a:gd name="connsiteX11" fmla="*/ 613954 w 2076994"/>
              <a:gd name="connsiteY11" fmla="*/ 487680 h 596537"/>
              <a:gd name="connsiteX12" fmla="*/ 635725 w 2076994"/>
              <a:gd name="connsiteY12" fmla="*/ 535577 h 596537"/>
              <a:gd name="connsiteX13" fmla="*/ 687977 w 2076994"/>
              <a:gd name="connsiteY13" fmla="*/ 566057 h 596537"/>
              <a:gd name="connsiteX14" fmla="*/ 788125 w 2076994"/>
              <a:gd name="connsiteY14" fmla="*/ 596537 h 596537"/>
              <a:gd name="connsiteX15" fmla="*/ 914400 w 2076994"/>
              <a:gd name="connsiteY15" fmla="*/ 596537 h 596537"/>
              <a:gd name="connsiteX16" fmla="*/ 1018902 w 2076994"/>
              <a:gd name="connsiteY16" fmla="*/ 579120 h 596537"/>
              <a:gd name="connsiteX17" fmla="*/ 1064623 w 2076994"/>
              <a:gd name="connsiteY17" fmla="*/ 497477 h 596537"/>
              <a:gd name="connsiteX18" fmla="*/ 1066073 w 2076994"/>
              <a:gd name="connsiteY18" fmla="*/ 406764 h 596537"/>
              <a:gd name="connsiteX19" fmla="*/ 1146265 w 2076994"/>
              <a:gd name="connsiteY19" fmla="*/ 415835 h 596537"/>
              <a:gd name="connsiteX20" fmla="*/ 1234802 w 2076994"/>
              <a:gd name="connsiteY20" fmla="*/ 412206 h 596537"/>
              <a:gd name="connsiteX21" fmla="*/ 1402442 w 2076994"/>
              <a:gd name="connsiteY21" fmla="*/ 406037 h 596537"/>
              <a:gd name="connsiteX22" fmla="*/ 1526539 w 2076994"/>
              <a:gd name="connsiteY22" fmla="*/ 361768 h 596537"/>
              <a:gd name="connsiteX23" fmla="*/ 1673497 w 2076994"/>
              <a:gd name="connsiteY23" fmla="*/ 284480 h 596537"/>
              <a:gd name="connsiteX24" fmla="*/ 1755139 w 2076994"/>
              <a:gd name="connsiteY24" fmla="*/ 250371 h 596537"/>
              <a:gd name="connsiteX25" fmla="*/ 1824808 w 2076994"/>
              <a:gd name="connsiteY25" fmla="*/ 243841 h 596537"/>
              <a:gd name="connsiteX26" fmla="*/ 1885405 w 2076994"/>
              <a:gd name="connsiteY26" fmla="*/ 330926 h 596537"/>
              <a:gd name="connsiteX27" fmla="*/ 1959428 w 2076994"/>
              <a:gd name="connsiteY27" fmla="*/ 287383 h 596537"/>
              <a:gd name="connsiteX28" fmla="*/ 2042160 w 2076994"/>
              <a:gd name="connsiteY28" fmla="*/ 204652 h 596537"/>
              <a:gd name="connsiteX29" fmla="*/ 2076994 w 2076994"/>
              <a:gd name="connsiteY29" fmla="*/ 152400 h 596537"/>
              <a:gd name="connsiteX30" fmla="*/ 2076994 w 2076994"/>
              <a:gd name="connsiteY30" fmla="*/ 152400 h 596537"/>
              <a:gd name="connsiteX31" fmla="*/ 2072640 w 2076994"/>
              <a:gd name="connsiteY31" fmla="*/ 195943 h 596537"/>
              <a:gd name="connsiteX0" fmla="*/ 0 w 2076994"/>
              <a:gd name="connsiteY0" fmla="*/ 8709 h 596537"/>
              <a:gd name="connsiteX1" fmla="*/ 82731 w 2076994"/>
              <a:gd name="connsiteY1" fmla="*/ 0 h 596537"/>
              <a:gd name="connsiteX2" fmla="*/ 152400 w 2076994"/>
              <a:gd name="connsiteY2" fmla="*/ 43543 h 596537"/>
              <a:gd name="connsiteX3" fmla="*/ 191588 w 2076994"/>
              <a:gd name="connsiteY3" fmla="*/ 126275 h 596537"/>
              <a:gd name="connsiteX4" fmla="*/ 226422 w 2076994"/>
              <a:gd name="connsiteY4" fmla="*/ 226423 h 596537"/>
              <a:gd name="connsiteX5" fmla="*/ 265611 w 2076994"/>
              <a:gd name="connsiteY5" fmla="*/ 304800 h 596537"/>
              <a:gd name="connsiteX6" fmla="*/ 304800 w 2076994"/>
              <a:gd name="connsiteY6" fmla="*/ 374469 h 596537"/>
              <a:gd name="connsiteX7" fmla="*/ 352697 w 2076994"/>
              <a:gd name="connsiteY7" fmla="*/ 439783 h 596537"/>
              <a:gd name="connsiteX8" fmla="*/ 461554 w 2076994"/>
              <a:gd name="connsiteY8" fmla="*/ 435429 h 596537"/>
              <a:gd name="connsiteX9" fmla="*/ 583474 w 2076994"/>
              <a:gd name="connsiteY9" fmla="*/ 418012 h 596537"/>
              <a:gd name="connsiteX10" fmla="*/ 609600 w 2076994"/>
              <a:gd name="connsiteY10" fmla="*/ 418012 h 596537"/>
              <a:gd name="connsiteX11" fmla="*/ 613954 w 2076994"/>
              <a:gd name="connsiteY11" fmla="*/ 487680 h 596537"/>
              <a:gd name="connsiteX12" fmla="*/ 635725 w 2076994"/>
              <a:gd name="connsiteY12" fmla="*/ 535577 h 596537"/>
              <a:gd name="connsiteX13" fmla="*/ 687977 w 2076994"/>
              <a:gd name="connsiteY13" fmla="*/ 566057 h 596537"/>
              <a:gd name="connsiteX14" fmla="*/ 788125 w 2076994"/>
              <a:gd name="connsiteY14" fmla="*/ 596537 h 596537"/>
              <a:gd name="connsiteX15" fmla="*/ 914400 w 2076994"/>
              <a:gd name="connsiteY15" fmla="*/ 596537 h 596537"/>
              <a:gd name="connsiteX16" fmla="*/ 1018902 w 2076994"/>
              <a:gd name="connsiteY16" fmla="*/ 579120 h 596537"/>
              <a:gd name="connsiteX17" fmla="*/ 1064623 w 2076994"/>
              <a:gd name="connsiteY17" fmla="*/ 497477 h 596537"/>
              <a:gd name="connsiteX18" fmla="*/ 1066073 w 2076994"/>
              <a:gd name="connsiteY18" fmla="*/ 406764 h 596537"/>
              <a:gd name="connsiteX19" fmla="*/ 1146265 w 2076994"/>
              <a:gd name="connsiteY19" fmla="*/ 415835 h 596537"/>
              <a:gd name="connsiteX20" fmla="*/ 1234802 w 2076994"/>
              <a:gd name="connsiteY20" fmla="*/ 412206 h 596537"/>
              <a:gd name="connsiteX21" fmla="*/ 1402442 w 2076994"/>
              <a:gd name="connsiteY21" fmla="*/ 406037 h 596537"/>
              <a:gd name="connsiteX22" fmla="*/ 1526539 w 2076994"/>
              <a:gd name="connsiteY22" fmla="*/ 361768 h 596537"/>
              <a:gd name="connsiteX23" fmla="*/ 1673497 w 2076994"/>
              <a:gd name="connsiteY23" fmla="*/ 284480 h 596537"/>
              <a:gd name="connsiteX24" fmla="*/ 1755139 w 2076994"/>
              <a:gd name="connsiteY24" fmla="*/ 250371 h 596537"/>
              <a:gd name="connsiteX25" fmla="*/ 1824808 w 2076994"/>
              <a:gd name="connsiteY25" fmla="*/ 243841 h 596537"/>
              <a:gd name="connsiteX26" fmla="*/ 1907177 w 2076994"/>
              <a:gd name="connsiteY26" fmla="*/ 252911 h 596537"/>
              <a:gd name="connsiteX27" fmla="*/ 1959428 w 2076994"/>
              <a:gd name="connsiteY27" fmla="*/ 287383 h 596537"/>
              <a:gd name="connsiteX28" fmla="*/ 2042160 w 2076994"/>
              <a:gd name="connsiteY28" fmla="*/ 204652 h 596537"/>
              <a:gd name="connsiteX29" fmla="*/ 2076994 w 2076994"/>
              <a:gd name="connsiteY29" fmla="*/ 152400 h 596537"/>
              <a:gd name="connsiteX30" fmla="*/ 2076994 w 2076994"/>
              <a:gd name="connsiteY30" fmla="*/ 152400 h 596537"/>
              <a:gd name="connsiteX31" fmla="*/ 2072640 w 2076994"/>
              <a:gd name="connsiteY31" fmla="*/ 195943 h 596537"/>
              <a:gd name="connsiteX0" fmla="*/ 0 w 2076994"/>
              <a:gd name="connsiteY0" fmla="*/ 8709 h 596537"/>
              <a:gd name="connsiteX1" fmla="*/ 82731 w 2076994"/>
              <a:gd name="connsiteY1" fmla="*/ 0 h 596537"/>
              <a:gd name="connsiteX2" fmla="*/ 152400 w 2076994"/>
              <a:gd name="connsiteY2" fmla="*/ 43543 h 596537"/>
              <a:gd name="connsiteX3" fmla="*/ 191588 w 2076994"/>
              <a:gd name="connsiteY3" fmla="*/ 126275 h 596537"/>
              <a:gd name="connsiteX4" fmla="*/ 226422 w 2076994"/>
              <a:gd name="connsiteY4" fmla="*/ 226423 h 596537"/>
              <a:gd name="connsiteX5" fmla="*/ 265611 w 2076994"/>
              <a:gd name="connsiteY5" fmla="*/ 304800 h 596537"/>
              <a:gd name="connsiteX6" fmla="*/ 304800 w 2076994"/>
              <a:gd name="connsiteY6" fmla="*/ 374469 h 596537"/>
              <a:gd name="connsiteX7" fmla="*/ 352697 w 2076994"/>
              <a:gd name="connsiteY7" fmla="*/ 439783 h 596537"/>
              <a:gd name="connsiteX8" fmla="*/ 461554 w 2076994"/>
              <a:gd name="connsiteY8" fmla="*/ 435429 h 596537"/>
              <a:gd name="connsiteX9" fmla="*/ 583474 w 2076994"/>
              <a:gd name="connsiteY9" fmla="*/ 418012 h 596537"/>
              <a:gd name="connsiteX10" fmla="*/ 609600 w 2076994"/>
              <a:gd name="connsiteY10" fmla="*/ 418012 h 596537"/>
              <a:gd name="connsiteX11" fmla="*/ 613954 w 2076994"/>
              <a:gd name="connsiteY11" fmla="*/ 487680 h 596537"/>
              <a:gd name="connsiteX12" fmla="*/ 635725 w 2076994"/>
              <a:gd name="connsiteY12" fmla="*/ 535577 h 596537"/>
              <a:gd name="connsiteX13" fmla="*/ 687977 w 2076994"/>
              <a:gd name="connsiteY13" fmla="*/ 566057 h 596537"/>
              <a:gd name="connsiteX14" fmla="*/ 788125 w 2076994"/>
              <a:gd name="connsiteY14" fmla="*/ 596537 h 596537"/>
              <a:gd name="connsiteX15" fmla="*/ 914400 w 2076994"/>
              <a:gd name="connsiteY15" fmla="*/ 596537 h 596537"/>
              <a:gd name="connsiteX16" fmla="*/ 1018902 w 2076994"/>
              <a:gd name="connsiteY16" fmla="*/ 579120 h 596537"/>
              <a:gd name="connsiteX17" fmla="*/ 1064623 w 2076994"/>
              <a:gd name="connsiteY17" fmla="*/ 497477 h 596537"/>
              <a:gd name="connsiteX18" fmla="*/ 1066073 w 2076994"/>
              <a:gd name="connsiteY18" fmla="*/ 406764 h 596537"/>
              <a:gd name="connsiteX19" fmla="*/ 1146265 w 2076994"/>
              <a:gd name="connsiteY19" fmla="*/ 415835 h 596537"/>
              <a:gd name="connsiteX20" fmla="*/ 1234802 w 2076994"/>
              <a:gd name="connsiteY20" fmla="*/ 412206 h 596537"/>
              <a:gd name="connsiteX21" fmla="*/ 1402442 w 2076994"/>
              <a:gd name="connsiteY21" fmla="*/ 406037 h 596537"/>
              <a:gd name="connsiteX22" fmla="*/ 1526539 w 2076994"/>
              <a:gd name="connsiteY22" fmla="*/ 361768 h 596537"/>
              <a:gd name="connsiteX23" fmla="*/ 1673497 w 2076994"/>
              <a:gd name="connsiteY23" fmla="*/ 284480 h 596537"/>
              <a:gd name="connsiteX24" fmla="*/ 1755139 w 2076994"/>
              <a:gd name="connsiteY24" fmla="*/ 250371 h 596537"/>
              <a:gd name="connsiteX25" fmla="*/ 1824808 w 2076994"/>
              <a:gd name="connsiteY25" fmla="*/ 243841 h 596537"/>
              <a:gd name="connsiteX26" fmla="*/ 1907177 w 2076994"/>
              <a:gd name="connsiteY26" fmla="*/ 252911 h 596537"/>
              <a:gd name="connsiteX27" fmla="*/ 1939471 w 2076994"/>
              <a:gd name="connsiteY27" fmla="*/ 243840 h 596537"/>
              <a:gd name="connsiteX28" fmla="*/ 2042160 w 2076994"/>
              <a:gd name="connsiteY28" fmla="*/ 204652 h 596537"/>
              <a:gd name="connsiteX29" fmla="*/ 2076994 w 2076994"/>
              <a:gd name="connsiteY29" fmla="*/ 152400 h 596537"/>
              <a:gd name="connsiteX30" fmla="*/ 2076994 w 2076994"/>
              <a:gd name="connsiteY30" fmla="*/ 152400 h 596537"/>
              <a:gd name="connsiteX31" fmla="*/ 2072640 w 2076994"/>
              <a:gd name="connsiteY31" fmla="*/ 195943 h 596537"/>
              <a:gd name="connsiteX0" fmla="*/ 0 w 2076994"/>
              <a:gd name="connsiteY0" fmla="*/ 8709 h 596537"/>
              <a:gd name="connsiteX1" fmla="*/ 82731 w 2076994"/>
              <a:gd name="connsiteY1" fmla="*/ 0 h 596537"/>
              <a:gd name="connsiteX2" fmla="*/ 152400 w 2076994"/>
              <a:gd name="connsiteY2" fmla="*/ 43543 h 596537"/>
              <a:gd name="connsiteX3" fmla="*/ 191588 w 2076994"/>
              <a:gd name="connsiteY3" fmla="*/ 126275 h 596537"/>
              <a:gd name="connsiteX4" fmla="*/ 226422 w 2076994"/>
              <a:gd name="connsiteY4" fmla="*/ 226423 h 596537"/>
              <a:gd name="connsiteX5" fmla="*/ 265611 w 2076994"/>
              <a:gd name="connsiteY5" fmla="*/ 304800 h 596537"/>
              <a:gd name="connsiteX6" fmla="*/ 304800 w 2076994"/>
              <a:gd name="connsiteY6" fmla="*/ 374469 h 596537"/>
              <a:gd name="connsiteX7" fmla="*/ 352697 w 2076994"/>
              <a:gd name="connsiteY7" fmla="*/ 439783 h 596537"/>
              <a:gd name="connsiteX8" fmla="*/ 461554 w 2076994"/>
              <a:gd name="connsiteY8" fmla="*/ 435429 h 596537"/>
              <a:gd name="connsiteX9" fmla="*/ 583474 w 2076994"/>
              <a:gd name="connsiteY9" fmla="*/ 418012 h 596537"/>
              <a:gd name="connsiteX10" fmla="*/ 609600 w 2076994"/>
              <a:gd name="connsiteY10" fmla="*/ 418012 h 596537"/>
              <a:gd name="connsiteX11" fmla="*/ 613954 w 2076994"/>
              <a:gd name="connsiteY11" fmla="*/ 487680 h 596537"/>
              <a:gd name="connsiteX12" fmla="*/ 635725 w 2076994"/>
              <a:gd name="connsiteY12" fmla="*/ 535577 h 596537"/>
              <a:gd name="connsiteX13" fmla="*/ 687977 w 2076994"/>
              <a:gd name="connsiteY13" fmla="*/ 566057 h 596537"/>
              <a:gd name="connsiteX14" fmla="*/ 788125 w 2076994"/>
              <a:gd name="connsiteY14" fmla="*/ 596537 h 596537"/>
              <a:gd name="connsiteX15" fmla="*/ 914400 w 2076994"/>
              <a:gd name="connsiteY15" fmla="*/ 596537 h 596537"/>
              <a:gd name="connsiteX16" fmla="*/ 1018902 w 2076994"/>
              <a:gd name="connsiteY16" fmla="*/ 579120 h 596537"/>
              <a:gd name="connsiteX17" fmla="*/ 1064623 w 2076994"/>
              <a:gd name="connsiteY17" fmla="*/ 497477 h 596537"/>
              <a:gd name="connsiteX18" fmla="*/ 1066073 w 2076994"/>
              <a:gd name="connsiteY18" fmla="*/ 406764 h 596537"/>
              <a:gd name="connsiteX19" fmla="*/ 1146265 w 2076994"/>
              <a:gd name="connsiteY19" fmla="*/ 415835 h 596537"/>
              <a:gd name="connsiteX20" fmla="*/ 1234802 w 2076994"/>
              <a:gd name="connsiteY20" fmla="*/ 412206 h 596537"/>
              <a:gd name="connsiteX21" fmla="*/ 1402442 w 2076994"/>
              <a:gd name="connsiteY21" fmla="*/ 406037 h 596537"/>
              <a:gd name="connsiteX22" fmla="*/ 1526539 w 2076994"/>
              <a:gd name="connsiteY22" fmla="*/ 361768 h 596537"/>
              <a:gd name="connsiteX23" fmla="*/ 1673497 w 2076994"/>
              <a:gd name="connsiteY23" fmla="*/ 284480 h 596537"/>
              <a:gd name="connsiteX24" fmla="*/ 1755139 w 2076994"/>
              <a:gd name="connsiteY24" fmla="*/ 250371 h 596537"/>
              <a:gd name="connsiteX25" fmla="*/ 1824808 w 2076994"/>
              <a:gd name="connsiteY25" fmla="*/ 243841 h 596537"/>
              <a:gd name="connsiteX26" fmla="*/ 1907177 w 2076994"/>
              <a:gd name="connsiteY26" fmla="*/ 252911 h 596537"/>
              <a:gd name="connsiteX27" fmla="*/ 1939471 w 2076994"/>
              <a:gd name="connsiteY27" fmla="*/ 243840 h 596537"/>
              <a:gd name="connsiteX28" fmla="*/ 1911531 w 2076994"/>
              <a:gd name="connsiteY28" fmla="*/ 153852 h 596537"/>
              <a:gd name="connsiteX29" fmla="*/ 2076994 w 2076994"/>
              <a:gd name="connsiteY29" fmla="*/ 152400 h 596537"/>
              <a:gd name="connsiteX30" fmla="*/ 2076994 w 2076994"/>
              <a:gd name="connsiteY30" fmla="*/ 152400 h 596537"/>
              <a:gd name="connsiteX31" fmla="*/ 2072640 w 2076994"/>
              <a:gd name="connsiteY31" fmla="*/ 195943 h 596537"/>
              <a:gd name="connsiteX0" fmla="*/ 0 w 2076994"/>
              <a:gd name="connsiteY0" fmla="*/ 8709 h 596537"/>
              <a:gd name="connsiteX1" fmla="*/ 82731 w 2076994"/>
              <a:gd name="connsiteY1" fmla="*/ 0 h 596537"/>
              <a:gd name="connsiteX2" fmla="*/ 152400 w 2076994"/>
              <a:gd name="connsiteY2" fmla="*/ 43543 h 596537"/>
              <a:gd name="connsiteX3" fmla="*/ 191588 w 2076994"/>
              <a:gd name="connsiteY3" fmla="*/ 126275 h 596537"/>
              <a:gd name="connsiteX4" fmla="*/ 226422 w 2076994"/>
              <a:gd name="connsiteY4" fmla="*/ 226423 h 596537"/>
              <a:gd name="connsiteX5" fmla="*/ 265611 w 2076994"/>
              <a:gd name="connsiteY5" fmla="*/ 304800 h 596537"/>
              <a:gd name="connsiteX6" fmla="*/ 304800 w 2076994"/>
              <a:gd name="connsiteY6" fmla="*/ 374469 h 596537"/>
              <a:gd name="connsiteX7" fmla="*/ 352697 w 2076994"/>
              <a:gd name="connsiteY7" fmla="*/ 439783 h 596537"/>
              <a:gd name="connsiteX8" fmla="*/ 461554 w 2076994"/>
              <a:gd name="connsiteY8" fmla="*/ 435429 h 596537"/>
              <a:gd name="connsiteX9" fmla="*/ 583474 w 2076994"/>
              <a:gd name="connsiteY9" fmla="*/ 418012 h 596537"/>
              <a:gd name="connsiteX10" fmla="*/ 609600 w 2076994"/>
              <a:gd name="connsiteY10" fmla="*/ 418012 h 596537"/>
              <a:gd name="connsiteX11" fmla="*/ 613954 w 2076994"/>
              <a:gd name="connsiteY11" fmla="*/ 487680 h 596537"/>
              <a:gd name="connsiteX12" fmla="*/ 635725 w 2076994"/>
              <a:gd name="connsiteY12" fmla="*/ 535577 h 596537"/>
              <a:gd name="connsiteX13" fmla="*/ 687977 w 2076994"/>
              <a:gd name="connsiteY13" fmla="*/ 566057 h 596537"/>
              <a:gd name="connsiteX14" fmla="*/ 788125 w 2076994"/>
              <a:gd name="connsiteY14" fmla="*/ 596537 h 596537"/>
              <a:gd name="connsiteX15" fmla="*/ 914400 w 2076994"/>
              <a:gd name="connsiteY15" fmla="*/ 596537 h 596537"/>
              <a:gd name="connsiteX16" fmla="*/ 1018902 w 2076994"/>
              <a:gd name="connsiteY16" fmla="*/ 579120 h 596537"/>
              <a:gd name="connsiteX17" fmla="*/ 1064623 w 2076994"/>
              <a:gd name="connsiteY17" fmla="*/ 497477 h 596537"/>
              <a:gd name="connsiteX18" fmla="*/ 1066073 w 2076994"/>
              <a:gd name="connsiteY18" fmla="*/ 406764 h 596537"/>
              <a:gd name="connsiteX19" fmla="*/ 1146265 w 2076994"/>
              <a:gd name="connsiteY19" fmla="*/ 415835 h 596537"/>
              <a:gd name="connsiteX20" fmla="*/ 1234802 w 2076994"/>
              <a:gd name="connsiteY20" fmla="*/ 412206 h 596537"/>
              <a:gd name="connsiteX21" fmla="*/ 1402442 w 2076994"/>
              <a:gd name="connsiteY21" fmla="*/ 406037 h 596537"/>
              <a:gd name="connsiteX22" fmla="*/ 1526539 w 2076994"/>
              <a:gd name="connsiteY22" fmla="*/ 361768 h 596537"/>
              <a:gd name="connsiteX23" fmla="*/ 1673497 w 2076994"/>
              <a:gd name="connsiteY23" fmla="*/ 284480 h 596537"/>
              <a:gd name="connsiteX24" fmla="*/ 1755139 w 2076994"/>
              <a:gd name="connsiteY24" fmla="*/ 250371 h 596537"/>
              <a:gd name="connsiteX25" fmla="*/ 1824808 w 2076994"/>
              <a:gd name="connsiteY25" fmla="*/ 243841 h 596537"/>
              <a:gd name="connsiteX26" fmla="*/ 1907177 w 2076994"/>
              <a:gd name="connsiteY26" fmla="*/ 252911 h 596537"/>
              <a:gd name="connsiteX27" fmla="*/ 1939471 w 2076994"/>
              <a:gd name="connsiteY27" fmla="*/ 243840 h 596537"/>
              <a:gd name="connsiteX28" fmla="*/ 1911531 w 2076994"/>
              <a:gd name="connsiteY28" fmla="*/ 153852 h 596537"/>
              <a:gd name="connsiteX29" fmla="*/ 2076994 w 2076994"/>
              <a:gd name="connsiteY29" fmla="*/ 152400 h 596537"/>
              <a:gd name="connsiteX30" fmla="*/ 1833880 w 2076994"/>
              <a:gd name="connsiteY30" fmla="*/ 170543 h 596537"/>
              <a:gd name="connsiteX31" fmla="*/ 2072640 w 2076994"/>
              <a:gd name="connsiteY31" fmla="*/ 195943 h 596537"/>
              <a:gd name="connsiteX0" fmla="*/ 0 w 2076994"/>
              <a:gd name="connsiteY0" fmla="*/ 8709 h 596537"/>
              <a:gd name="connsiteX1" fmla="*/ 82731 w 2076994"/>
              <a:gd name="connsiteY1" fmla="*/ 0 h 596537"/>
              <a:gd name="connsiteX2" fmla="*/ 152400 w 2076994"/>
              <a:gd name="connsiteY2" fmla="*/ 43543 h 596537"/>
              <a:gd name="connsiteX3" fmla="*/ 191588 w 2076994"/>
              <a:gd name="connsiteY3" fmla="*/ 126275 h 596537"/>
              <a:gd name="connsiteX4" fmla="*/ 226422 w 2076994"/>
              <a:gd name="connsiteY4" fmla="*/ 226423 h 596537"/>
              <a:gd name="connsiteX5" fmla="*/ 265611 w 2076994"/>
              <a:gd name="connsiteY5" fmla="*/ 304800 h 596537"/>
              <a:gd name="connsiteX6" fmla="*/ 304800 w 2076994"/>
              <a:gd name="connsiteY6" fmla="*/ 374469 h 596537"/>
              <a:gd name="connsiteX7" fmla="*/ 352697 w 2076994"/>
              <a:gd name="connsiteY7" fmla="*/ 439783 h 596537"/>
              <a:gd name="connsiteX8" fmla="*/ 461554 w 2076994"/>
              <a:gd name="connsiteY8" fmla="*/ 435429 h 596537"/>
              <a:gd name="connsiteX9" fmla="*/ 583474 w 2076994"/>
              <a:gd name="connsiteY9" fmla="*/ 418012 h 596537"/>
              <a:gd name="connsiteX10" fmla="*/ 609600 w 2076994"/>
              <a:gd name="connsiteY10" fmla="*/ 418012 h 596537"/>
              <a:gd name="connsiteX11" fmla="*/ 613954 w 2076994"/>
              <a:gd name="connsiteY11" fmla="*/ 487680 h 596537"/>
              <a:gd name="connsiteX12" fmla="*/ 635725 w 2076994"/>
              <a:gd name="connsiteY12" fmla="*/ 535577 h 596537"/>
              <a:gd name="connsiteX13" fmla="*/ 687977 w 2076994"/>
              <a:gd name="connsiteY13" fmla="*/ 566057 h 596537"/>
              <a:gd name="connsiteX14" fmla="*/ 788125 w 2076994"/>
              <a:gd name="connsiteY14" fmla="*/ 596537 h 596537"/>
              <a:gd name="connsiteX15" fmla="*/ 914400 w 2076994"/>
              <a:gd name="connsiteY15" fmla="*/ 596537 h 596537"/>
              <a:gd name="connsiteX16" fmla="*/ 1018902 w 2076994"/>
              <a:gd name="connsiteY16" fmla="*/ 579120 h 596537"/>
              <a:gd name="connsiteX17" fmla="*/ 1064623 w 2076994"/>
              <a:gd name="connsiteY17" fmla="*/ 497477 h 596537"/>
              <a:gd name="connsiteX18" fmla="*/ 1066073 w 2076994"/>
              <a:gd name="connsiteY18" fmla="*/ 406764 h 596537"/>
              <a:gd name="connsiteX19" fmla="*/ 1146265 w 2076994"/>
              <a:gd name="connsiteY19" fmla="*/ 415835 h 596537"/>
              <a:gd name="connsiteX20" fmla="*/ 1234802 w 2076994"/>
              <a:gd name="connsiteY20" fmla="*/ 412206 h 596537"/>
              <a:gd name="connsiteX21" fmla="*/ 1402442 w 2076994"/>
              <a:gd name="connsiteY21" fmla="*/ 406037 h 596537"/>
              <a:gd name="connsiteX22" fmla="*/ 1526539 w 2076994"/>
              <a:gd name="connsiteY22" fmla="*/ 361768 h 596537"/>
              <a:gd name="connsiteX23" fmla="*/ 1673497 w 2076994"/>
              <a:gd name="connsiteY23" fmla="*/ 284480 h 596537"/>
              <a:gd name="connsiteX24" fmla="*/ 1755139 w 2076994"/>
              <a:gd name="connsiteY24" fmla="*/ 250371 h 596537"/>
              <a:gd name="connsiteX25" fmla="*/ 1824808 w 2076994"/>
              <a:gd name="connsiteY25" fmla="*/ 243841 h 596537"/>
              <a:gd name="connsiteX26" fmla="*/ 1907177 w 2076994"/>
              <a:gd name="connsiteY26" fmla="*/ 252911 h 596537"/>
              <a:gd name="connsiteX27" fmla="*/ 1939471 w 2076994"/>
              <a:gd name="connsiteY27" fmla="*/ 243840 h 596537"/>
              <a:gd name="connsiteX28" fmla="*/ 1911531 w 2076994"/>
              <a:gd name="connsiteY28" fmla="*/ 153852 h 596537"/>
              <a:gd name="connsiteX29" fmla="*/ 2076994 w 2076994"/>
              <a:gd name="connsiteY29" fmla="*/ 152400 h 596537"/>
              <a:gd name="connsiteX30" fmla="*/ 1833880 w 2076994"/>
              <a:gd name="connsiteY30" fmla="*/ 170543 h 596537"/>
              <a:gd name="connsiteX31" fmla="*/ 1704340 w 2076994"/>
              <a:gd name="connsiteY31" fmla="*/ 183243 h 596537"/>
              <a:gd name="connsiteX0" fmla="*/ 0 w 1939471"/>
              <a:gd name="connsiteY0" fmla="*/ 8709 h 596537"/>
              <a:gd name="connsiteX1" fmla="*/ 82731 w 1939471"/>
              <a:gd name="connsiteY1" fmla="*/ 0 h 596537"/>
              <a:gd name="connsiteX2" fmla="*/ 152400 w 1939471"/>
              <a:gd name="connsiteY2" fmla="*/ 43543 h 596537"/>
              <a:gd name="connsiteX3" fmla="*/ 191588 w 1939471"/>
              <a:gd name="connsiteY3" fmla="*/ 126275 h 596537"/>
              <a:gd name="connsiteX4" fmla="*/ 226422 w 1939471"/>
              <a:gd name="connsiteY4" fmla="*/ 226423 h 596537"/>
              <a:gd name="connsiteX5" fmla="*/ 265611 w 1939471"/>
              <a:gd name="connsiteY5" fmla="*/ 304800 h 596537"/>
              <a:gd name="connsiteX6" fmla="*/ 304800 w 1939471"/>
              <a:gd name="connsiteY6" fmla="*/ 374469 h 596537"/>
              <a:gd name="connsiteX7" fmla="*/ 352697 w 1939471"/>
              <a:gd name="connsiteY7" fmla="*/ 439783 h 596537"/>
              <a:gd name="connsiteX8" fmla="*/ 461554 w 1939471"/>
              <a:gd name="connsiteY8" fmla="*/ 435429 h 596537"/>
              <a:gd name="connsiteX9" fmla="*/ 583474 w 1939471"/>
              <a:gd name="connsiteY9" fmla="*/ 418012 h 596537"/>
              <a:gd name="connsiteX10" fmla="*/ 609600 w 1939471"/>
              <a:gd name="connsiteY10" fmla="*/ 418012 h 596537"/>
              <a:gd name="connsiteX11" fmla="*/ 613954 w 1939471"/>
              <a:gd name="connsiteY11" fmla="*/ 487680 h 596537"/>
              <a:gd name="connsiteX12" fmla="*/ 635725 w 1939471"/>
              <a:gd name="connsiteY12" fmla="*/ 535577 h 596537"/>
              <a:gd name="connsiteX13" fmla="*/ 687977 w 1939471"/>
              <a:gd name="connsiteY13" fmla="*/ 566057 h 596537"/>
              <a:gd name="connsiteX14" fmla="*/ 788125 w 1939471"/>
              <a:gd name="connsiteY14" fmla="*/ 596537 h 596537"/>
              <a:gd name="connsiteX15" fmla="*/ 914400 w 1939471"/>
              <a:gd name="connsiteY15" fmla="*/ 596537 h 596537"/>
              <a:gd name="connsiteX16" fmla="*/ 1018902 w 1939471"/>
              <a:gd name="connsiteY16" fmla="*/ 579120 h 596537"/>
              <a:gd name="connsiteX17" fmla="*/ 1064623 w 1939471"/>
              <a:gd name="connsiteY17" fmla="*/ 497477 h 596537"/>
              <a:gd name="connsiteX18" fmla="*/ 1066073 w 1939471"/>
              <a:gd name="connsiteY18" fmla="*/ 406764 h 596537"/>
              <a:gd name="connsiteX19" fmla="*/ 1146265 w 1939471"/>
              <a:gd name="connsiteY19" fmla="*/ 415835 h 596537"/>
              <a:gd name="connsiteX20" fmla="*/ 1234802 w 1939471"/>
              <a:gd name="connsiteY20" fmla="*/ 412206 h 596537"/>
              <a:gd name="connsiteX21" fmla="*/ 1402442 w 1939471"/>
              <a:gd name="connsiteY21" fmla="*/ 406037 h 596537"/>
              <a:gd name="connsiteX22" fmla="*/ 1526539 w 1939471"/>
              <a:gd name="connsiteY22" fmla="*/ 361768 h 596537"/>
              <a:gd name="connsiteX23" fmla="*/ 1673497 w 1939471"/>
              <a:gd name="connsiteY23" fmla="*/ 284480 h 596537"/>
              <a:gd name="connsiteX24" fmla="*/ 1755139 w 1939471"/>
              <a:gd name="connsiteY24" fmla="*/ 250371 h 596537"/>
              <a:gd name="connsiteX25" fmla="*/ 1824808 w 1939471"/>
              <a:gd name="connsiteY25" fmla="*/ 243841 h 596537"/>
              <a:gd name="connsiteX26" fmla="*/ 1907177 w 1939471"/>
              <a:gd name="connsiteY26" fmla="*/ 252911 h 596537"/>
              <a:gd name="connsiteX27" fmla="*/ 1939471 w 1939471"/>
              <a:gd name="connsiteY27" fmla="*/ 243840 h 596537"/>
              <a:gd name="connsiteX28" fmla="*/ 1911531 w 1939471"/>
              <a:gd name="connsiteY28" fmla="*/ 153852 h 596537"/>
              <a:gd name="connsiteX29" fmla="*/ 1578066 w 1939471"/>
              <a:gd name="connsiteY29" fmla="*/ 215900 h 596537"/>
              <a:gd name="connsiteX30" fmla="*/ 1833880 w 1939471"/>
              <a:gd name="connsiteY30" fmla="*/ 170543 h 596537"/>
              <a:gd name="connsiteX31" fmla="*/ 1704340 w 1939471"/>
              <a:gd name="connsiteY31" fmla="*/ 183243 h 596537"/>
              <a:gd name="connsiteX0" fmla="*/ 0 w 1939471"/>
              <a:gd name="connsiteY0" fmla="*/ 8709 h 596537"/>
              <a:gd name="connsiteX1" fmla="*/ 82731 w 1939471"/>
              <a:gd name="connsiteY1" fmla="*/ 0 h 596537"/>
              <a:gd name="connsiteX2" fmla="*/ 152400 w 1939471"/>
              <a:gd name="connsiteY2" fmla="*/ 43543 h 596537"/>
              <a:gd name="connsiteX3" fmla="*/ 191588 w 1939471"/>
              <a:gd name="connsiteY3" fmla="*/ 126275 h 596537"/>
              <a:gd name="connsiteX4" fmla="*/ 226422 w 1939471"/>
              <a:gd name="connsiteY4" fmla="*/ 226423 h 596537"/>
              <a:gd name="connsiteX5" fmla="*/ 265611 w 1939471"/>
              <a:gd name="connsiteY5" fmla="*/ 304800 h 596537"/>
              <a:gd name="connsiteX6" fmla="*/ 304800 w 1939471"/>
              <a:gd name="connsiteY6" fmla="*/ 374469 h 596537"/>
              <a:gd name="connsiteX7" fmla="*/ 352697 w 1939471"/>
              <a:gd name="connsiteY7" fmla="*/ 439783 h 596537"/>
              <a:gd name="connsiteX8" fmla="*/ 461554 w 1939471"/>
              <a:gd name="connsiteY8" fmla="*/ 435429 h 596537"/>
              <a:gd name="connsiteX9" fmla="*/ 583474 w 1939471"/>
              <a:gd name="connsiteY9" fmla="*/ 418012 h 596537"/>
              <a:gd name="connsiteX10" fmla="*/ 609600 w 1939471"/>
              <a:gd name="connsiteY10" fmla="*/ 418012 h 596537"/>
              <a:gd name="connsiteX11" fmla="*/ 613954 w 1939471"/>
              <a:gd name="connsiteY11" fmla="*/ 487680 h 596537"/>
              <a:gd name="connsiteX12" fmla="*/ 635725 w 1939471"/>
              <a:gd name="connsiteY12" fmla="*/ 535577 h 596537"/>
              <a:gd name="connsiteX13" fmla="*/ 687977 w 1939471"/>
              <a:gd name="connsiteY13" fmla="*/ 566057 h 596537"/>
              <a:gd name="connsiteX14" fmla="*/ 788125 w 1939471"/>
              <a:gd name="connsiteY14" fmla="*/ 596537 h 596537"/>
              <a:gd name="connsiteX15" fmla="*/ 914400 w 1939471"/>
              <a:gd name="connsiteY15" fmla="*/ 596537 h 596537"/>
              <a:gd name="connsiteX16" fmla="*/ 1018902 w 1939471"/>
              <a:gd name="connsiteY16" fmla="*/ 579120 h 596537"/>
              <a:gd name="connsiteX17" fmla="*/ 1064623 w 1939471"/>
              <a:gd name="connsiteY17" fmla="*/ 497477 h 596537"/>
              <a:gd name="connsiteX18" fmla="*/ 1066073 w 1939471"/>
              <a:gd name="connsiteY18" fmla="*/ 406764 h 596537"/>
              <a:gd name="connsiteX19" fmla="*/ 1146265 w 1939471"/>
              <a:gd name="connsiteY19" fmla="*/ 415835 h 596537"/>
              <a:gd name="connsiteX20" fmla="*/ 1234802 w 1939471"/>
              <a:gd name="connsiteY20" fmla="*/ 412206 h 596537"/>
              <a:gd name="connsiteX21" fmla="*/ 1402442 w 1939471"/>
              <a:gd name="connsiteY21" fmla="*/ 406037 h 596537"/>
              <a:gd name="connsiteX22" fmla="*/ 1526539 w 1939471"/>
              <a:gd name="connsiteY22" fmla="*/ 361768 h 596537"/>
              <a:gd name="connsiteX23" fmla="*/ 1673497 w 1939471"/>
              <a:gd name="connsiteY23" fmla="*/ 284480 h 596537"/>
              <a:gd name="connsiteX24" fmla="*/ 1755139 w 1939471"/>
              <a:gd name="connsiteY24" fmla="*/ 250371 h 596537"/>
              <a:gd name="connsiteX25" fmla="*/ 1824808 w 1939471"/>
              <a:gd name="connsiteY25" fmla="*/ 243841 h 596537"/>
              <a:gd name="connsiteX26" fmla="*/ 1907177 w 1939471"/>
              <a:gd name="connsiteY26" fmla="*/ 252911 h 596537"/>
              <a:gd name="connsiteX27" fmla="*/ 1939471 w 1939471"/>
              <a:gd name="connsiteY27" fmla="*/ 243840 h 596537"/>
              <a:gd name="connsiteX28" fmla="*/ 1911531 w 1939471"/>
              <a:gd name="connsiteY28" fmla="*/ 153852 h 596537"/>
              <a:gd name="connsiteX29" fmla="*/ 1833880 w 1939471"/>
              <a:gd name="connsiteY29" fmla="*/ 170543 h 596537"/>
              <a:gd name="connsiteX30" fmla="*/ 1704340 w 1939471"/>
              <a:gd name="connsiteY30" fmla="*/ 183243 h 596537"/>
              <a:gd name="connsiteX0" fmla="*/ 0 w 1939471"/>
              <a:gd name="connsiteY0" fmla="*/ 8709 h 596537"/>
              <a:gd name="connsiteX1" fmla="*/ 82731 w 1939471"/>
              <a:gd name="connsiteY1" fmla="*/ 0 h 596537"/>
              <a:gd name="connsiteX2" fmla="*/ 152400 w 1939471"/>
              <a:gd name="connsiteY2" fmla="*/ 43543 h 596537"/>
              <a:gd name="connsiteX3" fmla="*/ 191588 w 1939471"/>
              <a:gd name="connsiteY3" fmla="*/ 126275 h 596537"/>
              <a:gd name="connsiteX4" fmla="*/ 226422 w 1939471"/>
              <a:gd name="connsiteY4" fmla="*/ 226423 h 596537"/>
              <a:gd name="connsiteX5" fmla="*/ 265611 w 1939471"/>
              <a:gd name="connsiteY5" fmla="*/ 304800 h 596537"/>
              <a:gd name="connsiteX6" fmla="*/ 304800 w 1939471"/>
              <a:gd name="connsiteY6" fmla="*/ 374469 h 596537"/>
              <a:gd name="connsiteX7" fmla="*/ 352697 w 1939471"/>
              <a:gd name="connsiteY7" fmla="*/ 439783 h 596537"/>
              <a:gd name="connsiteX8" fmla="*/ 461554 w 1939471"/>
              <a:gd name="connsiteY8" fmla="*/ 435429 h 596537"/>
              <a:gd name="connsiteX9" fmla="*/ 583474 w 1939471"/>
              <a:gd name="connsiteY9" fmla="*/ 418012 h 596537"/>
              <a:gd name="connsiteX10" fmla="*/ 609600 w 1939471"/>
              <a:gd name="connsiteY10" fmla="*/ 418012 h 596537"/>
              <a:gd name="connsiteX11" fmla="*/ 613954 w 1939471"/>
              <a:gd name="connsiteY11" fmla="*/ 487680 h 596537"/>
              <a:gd name="connsiteX12" fmla="*/ 635725 w 1939471"/>
              <a:gd name="connsiteY12" fmla="*/ 535577 h 596537"/>
              <a:gd name="connsiteX13" fmla="*/ 687977 w 1939471"/>
              <a:gd name="connsiteY13" fmla="*/ 566057 h 596537"/>
              <a:gd name="connsiteX14" fmla="*/ 788125 w 1939471"/>
              <a:gd name="connsiteY14" fmla="*/ 596537 h 596537"/>
              <a:gd name="connsiteX15" fmla="*/ 914400 w 1939471"/>
              <a:gd name="connsiteY15" fmla="*/ 596537 h 596537"/>
              <a:gd name="connsiteX16" fmla="*/ 1018902 w 1939471"/>
              <a:gd name="connsiteY16" fmla="*/ 579120 h 596537"/>
              <a:gd name="connsiteX17" fmla="*/ 1064623 w 1939471"/>
              <a:gd name="connsiteY17" fmla="*/ 497477 h 596537"/>
              <a:gd name="connsiteX18" fmla="*/ 1066073 w 1939471"/>
              <a:gd name="connsiteY18" fmla="*/ 406764 h 596537"/>
              <a:gd name="connsiteX19" fmla="*/ 1146265 w 1939471"/>
              <a:gd name="connsiteY19" fmla="*/ 415835 h 596537"/>
              <a:gd name="connsiteX20" fmla="*/ 1234802 w 1939471"/>
              <a:gd name="connsiteY20" fmla="*/ 412206 h 596537"/>
              <a:gd name="connsiteX21" fmla="*/ 1402442 w 1939471"/>
              <a:gd name="connsiteY21" fmla="*/ 406037 h 596537"/>
              <a:gd name="connsiteX22" fmla="*/ 1526539 w 1939471"/>
              <a:gd name="connsiteY22" fmla="*/ 361768 h 596537"/>
              <a:gd name="connsiteX23" fmla="*/ 1673497 w 1939471"/>
              <a:gd name="connsiteY23" fmla="*/ 284480 h 596537"/>
              <a:gd name="connsiteX24" fmla="*/ 1755139 w 1939471"/>
              <a:gd name="connsiteY24" fmla="*/ 250371 h 596537"/>
              <a:gd name="connsiteX25" fmla="*/ 1824808 w 1939471"/>
              <a:gd name="connsiteY25" fmla="*/ 243841 h 596537"/>
              <a:gd name="connsiteX26" fmla="*/ 1907177 w 1939471"/>
              <a:gd name="connsiteY26" fmla="*/ 252911 h 596537"/>
              <a:gd name="connsiteX27" fmla="*/ 1939471 w 1939471"/>
              <a:gd name="connsiteY27" fmla="*/ 243840 h 596537"/>
              <a:gd name="connsiteX28" fmla="*/ 1911531 w 1939471"/>
              <a:gd name="connsiteY28" fmla="*/ 153852 h 596537"/>
              <a:gd name="connsiteX29" fmla="*/ 1833880 w 1939471"/>
              <a:gd name="connsiteY29" fmla="*/ 170543 h 596537"/>
              <a:gd name="connsiteX0" fmla="*/ 0 w 1939471"/>
              <a:gd name="connsiteY0" fmla="*/ 8709 h 596537"/>
              <a:gd name="connsiteX1" fmla="*/ 82731 w 1939471"/>
              <a:gd name="connsiteY1" fmla="*/ 0 h 596537"/>
              <a:gd name="connsiteX2" fmla="*/ 152400 w 1939471"/>
              <a:gd name="connsiteY2" fmla="*/ 43543 h 596537"/>
              <a:gd name="connsiteX3" fmla="*/ 191588 w 1939471"/>
              <a:gd name="connsiteY3" fmla="*/ 126275 h 596537"/>
              <a:gd name="connsiteX4" fmla="*/ 226422 w 1939471"/>
              <a:gd name="connsiteY4" fmla="*/ 226423 h 596537"/>
              <a:gd name="connsiteX5" fmla="*/ 265611 w 1939471"/>
              <a:gd name="connsiteY5" fmla="*/ 304800 h 596537"/>
              <a:gd name="connsiteX6" fmla="*/ 304800 w 1939471"/>
              <a:gd name="connsiteY6" fmla="*/ 374469 h 596537"/>
              <a:gd name="connsiteX7" fmla="*/ 352697 w 1939471"/>
              <a:gd name="connsiteY7" fmla="*/ 439783 h 596537"/>
              <a:gd name="connsiteX8" fmla="*/ 461554 w 1939471"/>
              <a:gd name="connsiteY8" fmla="*/ 435429 h 596537"/>
              <a:gd name="connsiteX9" fmla="*/ 583474 w 1939471"/>
              <a:gd name="connsiteY9" fmla="*/ 418012 h 596537"/>
              <a:gd name="connsiteX10" fmla="*/ 609600 w 1939471"/>
              <a:gd name="connsiteY10" fmla="*/ 418012 h 596537"/>
              <a:gd name="connsiteX11" fmla="*/ 613954 w 1939471"/>
              <a:gd name="connsiteY11" fmla="*/ 487680 h 596537"/>
              <a:gd name="connsiteX12" fmla="*/ 635725 w 1939471"/>
              <a:gd name="connsiteY12" fmla="*/ 535577 h 596537"/>
              <a:gd name="connsiteX13" fmla="*/ 687977 w 1939471"/>
              <a:gd name="connsiteY13" fmla="*/ 566057 h 596537"/>
              <a:gd name="connsiteX14" fmla="*/ 788125 w 1939471"/>
              <a:gd name="connsiteY14" fmla="*/ 596537 h 596537"/>
              <a:gd name="connsiteX15" fmla="*/ 914400 w 1939471"/>
              <a:gd name="connsiteY15" fmla="*/ 596537 h 596537"/>
              <a:gd name="connsiteX16" fmla="*/ 1018902 w 1939471"/>
              <a:gd name="connsiteY16" fmla="*/ 579120 h 596537"/>
              <a:gd name="connsiteX17" fmla="*/ 1064623 w 1939471"/>
              <a:gd name="connsiteY17" fmla="*/ 497477 h 596537"/>
              <a:gd name="connsiteX18" fmla="*/ 1066073 w 1939471"/>
              <a:gd name="connsiteY18" fmla="*/ 406764 h 596537"/>
              <a:gd name="connsiteX19" fmla="*/ 1146265 w 1939471"/>
              <a:gd name="connsiteY19" fmla="*/ 415835 h 596537"/>
              <a:gd name="connsiteX20" fmla="*/ 1234802 w 1939471"/>
              <a:gd name="connsiteY20" fmla="*/ 412206 h 596537"/>
              <a:gd name="connsiteX21" fmla="*/ 1402442 w 1939471"/>
              <a:gd name="connsiteY21" fmla="*/ 406037 h 596537"/>
              <a:gd name="connsiteX22" fmla="*/ 1526539 w 1939471"/>
              <a:gd name="connsiteY22" fmla="*/ 361768 h 596537"/>
              <a:gd name="connsiteX23" fmla="*/ 1673497 w 1939471"/>
              <a:gd name="connsiteY23" fmla="*/ 284480 h 596537"/>
              <a:gd name="connsiteX24" fmla="*/ 1755139 w 1939471"/>
              <a:gd name="connsiteY24" fmla="*/ 250371 h 596537"/>
              <a:gd name="connsiteX25" fmla="*/ 1824808 w 1939471"/>
              <a:gd name="connsiteY25" fmla="*/ 243841 h 596537"/>
              <a:gd name="connsiteX26" fmla="*/ 1907177 w 1939471"/>
              <a:gd name="connsiteY26" fmla="*/ 252911 h 596537"/>
              <a:gd name="connsiteX27" fmla="*/ 1939471 w 1939471"/>
              <a:gd name="connsiteY27" fmla="*/ 243840 h 596537"/>
              <a:gd name="connsiteX28" fmla="*/ 1911531 w 1939471"/>
              <a:gd name="connsiteY28" fmla="*/ 153852 h 596537"/>
              <a:gd name="connsiteX0" fmla="*/ 0 w 1939471"/>
              <a:gd name="connsiteY0" fmla="*/ 8709 h 596537"/>
              <a:gd name="connsiteX1" fmla="*/ 82731 w 1939471"/>
              <a:gd name="connsiteY1" fmla="*/ 0 h 596537"/>
              <a:gd name="connsiteX2" fmla="*/ 152400 w 1939471"/>
              <a:gd name="connsiteY2" fmla="*/ 43543 h 596537"/>
              <a:gd name="connsiteX3" fmla="*/ 191588 w 1939471"/>
              <a:gd name="connsiteY3" fmla="*/ 126275 h 596537"/>
              <a:gd name="connsiteX4" fmla="*/ 226422 w 1939471"/>
              <a:gd name="connsiteY4" fmla="*/ 226423 h 596537"/>
              <a:gd name="connsiteX5" fmla="*/ 265611 w 1939471"/>
              <a:gd name="connsiteY5" fmla="*/ 304800 h 596537"/>
              <a:gd name="connsiteX6" fmla="*/ 304800 w 1939471"/>
              <a:gd name="connsiteY6" fmla="*/ 374469 h 596537"/>
              <a:gd name="connsiteX7" fmla="*/ 352697 w 1939471"/>
              <a:gd name="connsiteY7" fmla="*/ 439783 h 596537"/>
              <a:gd name="connsiteX8" fmla="*/ 461554 w 1939471"/>
              <a:gd name="connsiteY8" fmla="*/ 435429 h 596537"/>
              <a:gd name="connsiteX9" fmla="*/ 583474 w 1939471"/>
              <a:gd name="connsiteY9" fmla="*/ 418012 h 596537"/>
              <a:gd name="connsiteX10" fmla="*/ 609600 w 1939471"/>
              <a:gd name="connsiteY10" fmla="*/ 418012 h 596537"/>
              <a:gd name="connsiteX11" fmla="*/ 613954 w 1939471"/>
              <a:gd name="connsiteY11" fmla="*/ 487680 h 596537"/>
              <a:gd name="connsiteX12" fmla="*/ 635725 w 1939471"/>
              <a:gd name="connsiteY12" fmla="*/ 535577 h 596537"/>
              <a:gd name="connsiteX13" fmla="*/ 687977 w 1939471"/>
              <a:gd name="connsiteY13" fmla="*/ 566057 h 596537"/>
              <a:gd name="connsiteX14" fmla="*/ 788125 w 1939471"/>
              <a:gd name="connsiteY14" fmla="*/ 596537 h 596537"/>
              <a:gd name="connsiteX15" fmla="*/ 914400 w 1939471"/>
              <a:gd name="connsiteY15" fmla="*/ 596537 h 596537"/>
              <a:gd name="connsiteX16" fmla="*/ 1018902 w 1939471"/>
              <a:gd name="connsiteY16" fmla="*/ 579120 h 596537"/>
              <a:gd name="connsiteX17" fmla="*/ 1064623 w 1939471"/>
              <a:gd name="connsiteY17" fmla="*/ 497477 h 596537"/>
              <a:gd name="connsiteX18" fmla="*/ 1066073 w 1939471"/>
              <a:gd name="connsiteY18" fmla="*/ 406764 h 596537"/>
              <a:gd name="connsiteX19" fmla="*/ 1146265 w 1939471"/>
              <a:gd name="connsiteY19" fmla="*/ 415835 h 596537"/>
              <a:gd name="connsiteX20" fmla="*/ 1234802 w 1939471"/>
              <a:gd name="connsiteY20" fmla="*/ 412206 h 596537"/>
              <a:gd name="connsiteX21" fmla="*/ 1402442 w 1939471"/>
              <a:gd name="connsiteY21" fmla="*/ 406037 h 596537"/>
              <a:gd name="connsiteX22" fmla="*/ 1526539 w 1939471"/>
              <a:gd name="connsiteY22" fmla="*/ 361768 h 596537"/>
              <a:gd name="connsiteX23" fmla="*/ 1673497 w 1939471"/>
              <a:gd name="connsiteY23" fmla="*/ 284480 h 596537"/>
              <a:gd name="connsiteX24" fmla="*/ 1755139 w 1939471"/>
              <a:gd name="connsiteY24" fmla="*/ 250371 h 596537"/>
              <a:gd name="connsiteX25" fmla="*/ 1824808 w 1939471"/>
              <a:gd name="connsiteY25" fmla="*/ 243841 h 596537"/>
              <a:gd name="connsiteX26" fmla="*/ 1907177 w 1939471"/>
              <a:gd name="connsiteY26" fmla="*/ 252911 h 596537"/>
              <a:gd name="connsiteX27" fmla="*/ 1939471 w 1939471"/>
              <a:gd name="connsiteY27" fmla="*/ 243840 h 596537"/>
              <a:gd name="connsiteX28" fmla="*/ 1938745 w 1939471"/>
              <a:gd name="connsiteY28" fmla="*/ 155666 h 596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939471" h="596537">
                <a:moveTo>
                  <a:pt x="0" y="8709"/>
                </a:moveTo>
                <a:lnTo>
                  <a:pt x="82731" y="0"/>
                </a:lnTo>
                <a:lnTo>
                  <a:pt x="152400" y="43543"/>
                </a:lnTo>
                <a:lnTo>
                  <a:pt x="191588" y="126275"/>
                </a:lnTo>
                <a:lnTo>
                  <a:pt x="226422" y="226423"/>
                </a:lnTo>
                <a:lnTo>
                  <a:pt x="265611" y="304800"/>
                </a:lnTo>
                <a:lnTo>
                  <a:pt x="304800" y="374469"/>
                </a:lnTo>
                <a:lnTo>
                  <a:pt x="352697" y="439783"/>
                </a:lnTo>
                <a:lnTo>
                  <a:pt x="461554" y="435429"/>
                </a:lnTo>
                <a:lnTo>
                  <a:pt x="583474" y="418012"/>
                </a:lnTo>
                <a:lnTo>
                  <a:pt x="609600" y="418012"/>
                </a:lnTo>
                <a:lnTo>
                  <a:pt x="613954" y="487680"/>
                </a:lnTo>
                <a:lnTo>
                  <a:pt x="635725" y="535577"/>
                </a:lnTo>
                <a:lnTo>
                  <a:pt x="687977" y="566057"/>
                </a:lnTo>
                <a:lnTo>
                  <a:pt x="788125" y="596537"/>
                </a:lnTo>
                <a:lnTo>
                  <a:pt x="914400" y="596537"/>
                </a:lnTo>
                <a:lnTo>
                  <a:pt x="1018902" y="579120"/>
                </a:lnTo>
                <a:lnTo>
                  <a:pt x="1064623" y="497477"/>
                </a:lnTo>
                <a:cubicBezTo>
                  <a:pt x="1065106" y="467239"/>
                  <a:pt x="1065590" y="437002"/>
                  <a:pt x="1066073" y="406764"/>
                </a:cubicBezTo>
                <a:lnTo>
                  <a:pt x="1146265" y="415835"/>
                </a:lnTo>
                <a:lnTo>
                  <a:pt x="1234802" y="412206"/>
                </a:lnTo>
                <a:lnTo>
                  <a:pt x="1402442" y="406037"/>
                </a:lnTo>
                <a:lnTo>
                  <a:pt x="1526539" y="361768"/>
                </a:lnTo>
                <a:lnTo>
                  <a:pt x="1673497" y="284480"/>
                </a:lnTo>
                <a:lnTo>
                  <a:pt x="1755139" y="250371"/>
                </a:lnTo>
                <a:lnTo>
                  <a:pt x="1824808" y="243841"/>
                </a:lnTo>
                <a:lnTo>
                  <a:pt x="1907177" y="252911"/>
                </a:lnTo>
                <a:lnTo>
                  <a:pt x="1939471" y="243840"/>
                </a:lnTo>
                <a:lnTo>
                  <a:pt x="1938745" y="155666"/>
                </a:ln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CBE1461-3D76-5035-522C-9B8B545B7953}"/>
              </a:ext>
            </a:extLst>
          </p:cNvPr>
          <p:cNvCxnSpPr>
            <a:cxnSpLocks/>
            <a:stCxn id="31" idx="9"/>
            <a:endCxn id="27" idx="0"/>
          </p:cNvCxnSpPr>
          <p:nvPr/>
        </p:nvCxnSpPr>
        <p:spPr>
          <a:xfrm flipV="1">
            <a:off x="6572017" y="2634817"/>
            <a:ext cx="465385" cy="3512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6C74870-8C65-0AF2-FA29-CE5BB52E8B12}"/>
              </a:ext>
            </a:extLst>
          </p:cNvPr>
          <p:cNvGrpSpPr/>
          <p:nvPr/>
        </p:nvGrpSpPr>
        <p:grpSpPr>
          <a:xfrm>
            <a:off x="6684022" y="2526852"/>
            <a:ext cx="80458" cy="197620"/>
            <a:chOff x="4178300" y="2184317"/>
            <a:chExt cx="165100" cy="428623"/>
          </a:xfrm>
        </p:grpSpPr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8955ACCC-B274-C628-4B8D-1F40735F8FE7}"/>
                </a:ext>
              </a:extLst>
            </p:cNvPr>
            <p:cNvSpPr/>
            <p:nvPr/>
          </p:nvSpPr>
          <p:spPr>
            <a:xfrm rot="10800000">
              <a:off x="4178300" y="2184317"/>
              <a:ext cx="158750" cy="1905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C214EC3-CA99-6AD0-1A97-B647A9506634}"/>
                </a:ext>
              </a:extLst>
            </p:cNvPr>
            <p:cNvCxnSpPr/>
            <p:nvPr/>
          </p:nvCxnSpPr>
          <p:spPr>
            <a:xfrm>
              <a:off x="4184650" y="2508165"/>
              <a:ext cx="1587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7DFF171-91E0-B097-B2B4-49879BB817FC}"/>
                </a:ext>
              </a:extLst>
            </p:cNvPr>
            <p:cNvCxnSpPr/>
            <p:nvPr/>
          </p:nvCxnSpPr>
          <p:spPr>
            <a:xfrm>
              <a:off x="4184650" y="2558965"/>
              <a:ext cx="1587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06F679A-D4D8-7020-9CCF-8A1EFD07E6F7}"/>
                </a:ext>
              </a:extLst>
            </p:cNvPr>
            <p:cNvCxnSpPr/>
            <p:nvPr/>
          </p:nvCxnSpPr>
          <p:spPr>
            <a:xfrm>
              <a:off x="4184650" y="2612940"/>
              <a:ext cx="1587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50429A6-6667-4D8F-1DDE-0B263DCE3261}"/>
              </a:ext>
            </a:extLst>
          </p:cNvPr>
          <p:cNvCxnSpPr>
            <a:cxnSpLocks/>
          </p:cNvCxnSpPr>
          <p:nvPr/>
        </p:nvCxnSpPr>
        <p:spPr>
          <a:xfrm flipV="1">
            <a:off x="6590765" y="2887184"/>
            <a:ext cx="465385" cy="1966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B64C707D-04BE-C548-D37C-422ACB1B16DB}"/>
              </a:ext>
            </a:extLst>
          </p:cNvPr>
          <p:cNvSpPr/>
          <p:nvPr/>
        </p:nvSpPr>
        <p:spPr>
          <a:xfrm>
            <a:off x="7422244" y="1997527"/>
            <a:ext cx="658586" cy="633187"/>
          </a:xfrm>
          <a:custGeom>
            <a:avLst/>
            <a:gdLst>
              <a:gd name="connsiteX0" fmla="*/ 488043 w 576943"/>
              <a:gd name="connsiteY0" fmla="*/ 593271 h 593271"/>
              <a:gd name="connsiteX1" fmla="*/ 0 w 576943"/>
              <a:gd name="connsiteY1" fmla="*/ 83457 h 593271"/>
              <a:gd name="connsiteX2" fmla="*/ 83457 w 576943"/>
              <a:gd name="connsiteY2" fmla="*/ 0 h 593271"/>
              <a:gd name="connsiteX3" fmla="*/ 576943 w 576943"/>
              <a:gd name="connsiteY3" fmla="*/ 449943 h 593271"/>
              <a:gd name="connsiteX4" fmla="*/ 524328 w 576943"/>
              <a:gd name="connsiteY4" fmla="*/ 491671 h 593271"/>
              <a:gd name="connsiteX5" fmla="*/ 488043 w 576943"/>
              <a:gd name="connsiteY5" fmla="*/ 593271 h 593271"/>
              <a:gd name="connsiteX0" fmla="*/ 488043 w 674914"/>
              <a:gd name="connsiteY0" fmla="*/ 593271 h 593271"/>
              <a:gd name="connsiteX1" fmla="*/ 0 w 674914"/>
              <a:gd name="connsiteY1" fmla="*/ 83457 h 593271"/>
              <a:gd name="connsiteX2" fmla="*/ 83457 w 674914"/>
              <a:gd name="connsiteY2" fmla="*/ 0 h 593271"/>
              <a:gd name="connsiteX3" fmla="*/ 674914 w 674914"/>
              <a:gd name="connsiteY3" fmla="*/ 426357 h 593271"/>
              <a:gd name="connsiteX4" fmla="*/ 524328 w 674914"/>
              <a:gd name="connsiteY4" fmla="*/ 491671 h 593271"/>
              <a:gd name="connsiteX5" fmla="*/ 488043 w 674914"/>
              <a:gd name="connsiteY5" fmla="*/ 593271 h 593271"/>
              <a:gd name="connsiteX0" fmla="*/ 488043 w 674914"/>
              <a:gd name="connsiteY0" fmla="*/ 625929 h 625929"/>
              <a:gd name="connsiteX1" fmla="*/ 0 w 674914"/>
              <a:gd name="connsiteY1" fmla="*/ 116115 h 625929"/>
              <a:gd name="connsiteX2" fmla="*/ 116114 w 674914"/>
              <a:gd name="connsiteY2" fmla="*/ 0 h 625929"/>
              <a:gd name="connsiteX3" fmla="*/ 674914 w 674914"/>
              <a:gd name="connsiteY3" fmla="*/ 459015 h 625929"/>
              <a:gd name="connsiteX4" fmla="*/ 524328 w 674914"/>
              <a:gd name="connsiteY4" fmla="*/ 524329 h 625929"/>
              <a:gd name="connsiteX5" fmla="*/ 488043 w 674914"/>
              <a:gd name="connsiteY5" fmla="*/ 625929 h 625929"/>
              <a:gd name="connsiteX0" fmla="*/ 488043 w 645886"/>
              <a:gd name="connsiteY0" fmla="*/ 625929 h 625929"/>
              <a:gd name="connsiteX1" fmla="*/ 0 w 645886"/>
              <a:gd name="connsiteY1" fmla="*/ 116115 h 625929"/>
              <a:gd name="connsiteX2" fmla="*/ 116114 w 645886"/>
              <a:gd name="connsiteY2" fmla="*/ 0 h 625929"/>
              <a:gd name="connsiteX3" fmla="*/ 645886 w 645886"/>
              <a:gd name="connsiteY3" fmla="*/ 468087 h 625929"/>
              <a:gd name="connsiteX4" fmla="*/ 524328 w 645886"/>
              <a:gd name="connsiteY4" fmla="*/ 524329 h 625929"/>
              <a:gd name="connsiteX5" fmla="*/ 488043 w 645886"/>
              <a:gd name="connsiteY5" fmla="*/ 625929 h 625929"/>
              <a:gd name="connsiteX0" fmla="*/ 488043 w 658586"/>
              <a:gd name="connsiteY0" fmla="*/ 625929 h 625929"/>
              <a:gd name="connsiteX1" fmla="*/ 0 w 658586"/>
              <a:gd name="connsiteY1" fmla="*/ 116115 h 625929"/>
              <a:gd name="connsiteX2" fmla="*/ 116114 w 658586"/>
              <a:gd name="connsiteY2" fmla="*/ 0 h 625929"/>
              <a:gd name="connsiteX3" fmla="*/ 658586 w 658586"/>
              <a:gd name="connsiteY3" fmla="*/ 462644 h 625929"/>
              <a:gd name="connsiteX4" fmla="*/ 524328 w 658586"/>
              <a:gd name="connsiteY4" fmla="*/ 524329 h 625929"/>
              <a:gd name="connsiteX5" fmla="*/ 488043 w 658586"/>
              <a:gd name="connsiteY5" fmla="*/ 625929 h 625929"/>
              <a:gd name="connsiteX0" fmla="*/ 488043 w 658586"/>
              <a:gd name="connsiteY0" fmla="*/ 638629 h 638629"/>
              <a:gd name="connsiteX1" fmla="*/ 0 w 658586"/>
              <a:gd name="connsiteY1" fmla="*/ 128815 h 638629"/>
              <a:gd name="connsiteX2" fmla="*/ 128814 w 658586"/>
              <a:gd name="connsiteY2" fmla="*/ 0 h 638629"/>
              <a:gd name="connsiteX3" fmla="*/ 658586 w 658586"/>
              <a:gd name="connsiteY3" fmla="*/ 475344 h 638629"/>
              <a:gd name="connsiteX4" fmla="*/ 524328 w 658586"/>
              <a:gd name="connsiteY4" fmla="*/ 537029 h 638629"/>
              <a:gd name="connsiteX5" fmla="*/ 488043 w 658586"/>
              <a:gd name="connsiteY5" fmla="*/ 638629 h 638629"/>
              <a:gd name="connsiteX0" fmla="*/ 488043 w 658586"/>
              <a:gd name="connsiteY0" fmla="*/ 633187 h 633187"/>
              <a:gd name="connsiteX1" fmla="*/ 0 w 658586"/>
              <a:gd name="connsiteY1" fmla="*/ 123373 h 633187"/>
              <a:gd name="connsiteX2" fmla="*/ 123371 w 658586"/>
              <a:gd name="connsiteY2" fmla="*/ 0 h 633187"/>
              <a:gd name="connsiteX3" fmla="*/ 658586 w 658586"/>
              <a:gd name="connsiteY3" fmla="*/ 469902 h 633187"/>
              <a:gd name="connsiteX4" fmla="*/ 524328 w 658586"/>
              <a:gd name="connsiteY4" fmla="*/ 531587 h 633187"/>
              <a:gd name="connsiteX5" fmla="*/ 488043 w 658586"/>
              <a:gd name="connsiteY5" fmla="*/ 633187 h 633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8586" h="633187">
                <a:moveTo>
                  <a:pt x="488043" y="633187"/>
                </a:moveTo>
                <a:lnTo>
                  <a:pt x="0" y="123373"/>
                </a:lnTo>
                <a:lnTo>
                  <a:pt x="123371" y="0"/>
                </a:lnTo>
                <a:lnTo>
                  <a:pt x="658586" y="469902"/>
                </a:lnTo>
                <a:cubicBezTo>
                  <a:pt x="641048" y="483811"/>
                  <a:pt x="541866" y="517678"/>
                  <a:pt x="524328" y="531587"/>
                </a:cubicBezTo>
                <a:cubicBezTo>
                  <a:pt x="523723" y="563035"/>
                  <a:pt x="523119" y="594482"/>
                  <a:pt x="488043" y="633187"/>
                </a:cubicBezTo>
                <a:close/>
              </a:path>
            </a:pathLst>
          </a:custGeom>
          <a:solidFill>
            <a:srgbClr val="D6E8B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41AA29BD-A836-5384-3353-9C169694F7A8}"/>
              </a:ext>
            </a:extLst>
          </p:cNvPr>
          <p:cNvGrpSpPr/>
          <p:nvPr/>
        </p:nvGrpSpPr>
        <p:grpSpPr>
          <a:xfrm>
            <a:off x="3105823" y="509297"/>
            <a:ext cx="7487941" cy="1024014"/>
            <a:chOff x="3124611" y="455021"/>
            <a:chExt cx="7487941" cy="10240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Rectangle: Rounded Corners 65">
                  <a:extLst>
                    <a:ext uri="{FF2B5EF4-FFF2-40B4-BE49-F238E27FC236}">
                      <a16:creationId xmlns:a16="http://schemas.microsoft.com/office/drawing/2014/main" id="{F593B447-E903-4DB9-6351-BB4D5EB0C7EB}"/>
                    </a:ext>
                  </a:extLst>
                </p:cNvPr>
                <p:cNvSpPr/>
                <p:nvPr/>
              </p:nvSpPr>
              <p:spPr>
                <a:xfrm>
                  <a:off x="3124611" y="456913"/>
                  <a:ext cx="2268184" cy="1022122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Calculate </a:t>
                  </a:r>
                  <a14:m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dirty="0">
                      <a:solidFill>
                        <a:schemeClr val="tx1"/>
                      </a:solidFill>
                    </a:rPr>
                    <a:t> at </a:t>
                  </a:r>
                  <a:r>
                    <a:rPr lang="en-US" dirty="0" err="1">
                      <a:solidFill>
                        <a:schemeClr val="tx1"/>
                      </a:solidFill>
                    </a:rPr>
                    <a:t>streamgages</a:t>
                  </a:r>
                  <a:endParaRPr lang="en-US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(B-D)</a:t>
                  </a:r>
                </a:p>
              </p:txBody>
            </p:sp>
          </mc:Choice>
          <mc:Fallback xmlns="">
            <p:sp>
              <p:nvSpPr>
                <p:cNvPr id="66" name="Rectangle: Rounded Corners 65">
                  <a:extLst>
                    <a:ext uri="{FF2B5EF4-FFF2-40B4-BE49-F238E27FC236}">
                      <a16:creationId xmlns:a16="http://schemas.microsoft.com/office/drawing/2014/main" id="{F593B447-E903-4DB9-6351-BB4D5EB0C7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4611" y="456913"/>
                  <a:ext cx="2268184" cy="1022122"/>
                </a:xfrm>
                <a:prstGeom prst="roundRect">
                  <a:avLst/>
                </a:prstGeom>
                <a:blipFill>
                  <a:blip r:embed="rId4"/>
                  <a:stretch>
                    <a:fillRect b="-35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Rectangle: Rounded Corners 66">
                  <a:extLst>
                    <a:ext uri="{FF2B5EF4-FFF2-40B4-BE49-F238E27FC236}">
                      <a16:creationId xmlns:a16="http://schemas.microsoft.com/office/drawing/2014/main" id="{37B384F5-BEDE-18D5-F0D0-9AC917C5A3C3}"/>
                    </a:ext>
                  </a:extLst>
                </p:cNvPr>
                <p:cNvSpPr/>
                <p:nvPr/>
              </p:nvSpPr>
              <p:spPr>
                <a:xfrm>
                  <a:off x="5753568" y="458765"/>
                  <a:ext cx="2268184" cy="1014634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Upscale </a:t>
                  </a:r>
                  <a14:m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dirty="0">
                      <a:solidFill>
                        <a:schemeClr val="tx1"/>
                      </a:solidFill>
                    </a:rPr>
                    <a:t> via machine learning</a:t>
                  </a:r>
                </a:p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(D-F)</a:t>
                  </a:r>
                </a:p>
              </p:txBody>
            </p:sp>
          </mc:Choice>
          <mc:Fallback xmlns="">
            <p:sp>
              <p:nvSpPr>
                <p:cNvPr id="67" name="Rectangle: Rounded Corners 66">
                  <a:extLst>
                    <a:ext uri="{FF2B5EF4-FFF2-40B4-BE49-F238E27FC236}">
                      <a16:creationId xmlns:a16="http://schemas.microsoft.com/office/drawing/2014/main" id="{37B384F5-BEDE-18D5-F0D0-9AC917C5A3C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53568" y="458765"/>
                  <a:ext cx="2268184" cy="1014634"/>
                </a:xfrm>
                <a:prstGeom prst="roundRect">
                  <a:avLst/>
                </a:prstGeom>
                <a:blipFill>
                  <a:blip r:embed="rId5"/>
                  <a:stretch>
                    <a:fillRect b="-35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D2683732-F1B7-8B9B-7F90-29401686CAF8}"/>
                </a:ext>
              </a:extLst>
            </p:cNvPr>
            <p:cNvSpPr/>
            <p:nvPr/>
          </p:nvSpPr>
          <p:spPr>
            <a:xfrm>
              <a:off x="8344368" y="455021"/>
              <a:ext cx="2268184" cy="102212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Pair with DOM flux model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(Fig. 4)</a:t>
              </a:r>
            </a:p>
          </p:txBody>
        </p: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18595053-1208-A94C-E4AA-AD4D2BAA3456}"/>
                </a:ext>
              </a:extLst>
            </p:cNvPr>
            <p:cNvCxnSpPr>
              <a:cxnSpLocks/>
              <a:stCxn id="66" idx="3"/>
              <a:endCxn id="67" idx="1"/>
            </p:cNvCxnSpPr>
            <p:nvPr/>
          </p:nvCxnSpPr>
          <p:spPr>
            <a:xfrm flipV="1">
              <a:off x="5392795" y="966082"/>
              <a:ext cx="360773" cy="189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349FF50B-17BD-AA58-2C14-9F7FDB3A7D4F}"/>
                </a:ext>
              </a:extLst>
            </p:cNvPr>
            <p:cNvCxnSpPr>
              <a:cxnSpLocks/>
              <a:stCxn id="67" idx="3"/>
              <a:endCxn id="68" idx="1"/>
            </p:cNvCxnSpPr>
            <p:nvPr/>
          </p:nvCxnSpPr>
          <p:spPr>
            <a:xfrm>
              <a:off x="8021752" y="966082"/>
              <a:ext cx="32261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D885AA6-5C57-E9B2-2520-B2B882DF50A2}"/>
              </a:ext>
            </a:extLst>
          </p:cNvPr>
          <p:cNvCxnSpPr/>
          <p:nvPr/>
        </p:nvCxnSpPr>
        <p:spPr>
          <a:xfrm>
            <a:off x="3035298" y="2011746"/>
            <a:ext cx="0" cy="10383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2736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F3B61-6967-BAC9-34BE-B834C4D0B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1A619B4-B620-6E82-7457-B702DEBEAAF1}"/>
              </a:ext>
            </a:extLst>
          </p:cNvPr>
          <p:cNvSpPr/>
          <p:nvPr/>
        </p:nvSpPr>
        <p:spPr>
          <a:xfrm>
            <a:off x="3038475" y="2576513"/>
            <a:ext cx="2328863" cy="471487"/>
          </a:xfrm>
          <a:custGeom>
            <a:avLst/>
            <a:gdLst>
              <a:gd name="connsiteX0" fmla="*/ 2328863 w 2328863"/>
              <a:gd name="connsiteY0" fmla="*/ 319087 h 471487"/>
              <a:gd name="connsiteX1" fmla="*/ 2328863 w 2328863"/>
              <a:gd name="connsiteY1" fmla="*/ 471487 h 471487"/>
              <a:gd name="connsiteX2" fmla="*/ 0 w 2328863"/>
              <a:gd name="connsiteY2" fmla="*/ 471487 h 471487"/>
              <a:gd name="connsiteX3" fmla="*/ 0 w 2328863"/>
              <a:gd name="connsiteY3" fmla="*/ 300037 h 471487"/>
              <a:gd name="connsiteX4" fmla="*/ 138113 w 2328863"/>
              <a:gd name="connsiteY4" fmla="*/ 309562 h 471487"/>
              <a:gd name="connsiteX5" fmla="*/ 261938 w 2328863"/>
              <a:gd name="connsiteY5" fmla="*/ 228600 h 471487"/>
              <a:gd name="connsiteX6" fmla="*/ 400050 w 2328863"/>
              <a:gd name="connsiteY6" fmla="*/ 23812 h 471487"/>
              <a:gd name="connsiteX7" fmla="*/ 414338 w 2328863"/>
              <a:gd name="connsiteY7" fmla="*/ 0 h 471487"/>
              <a:gd name="connsiteX8" fmla="*/ 1466850 w 2328863"/>
              <a:gd name="connsiteY8" fmla="*/ 0 h 471487"/>
              <a:gd name="connsiteX9" fmla="*/ 1576388 w 2328863"/>
              <a:gd name="connsiteY9" fmla="*/ 133350 h 471487"/>
              <a:gd name="connsiteX10" fmla="*/ 1662113 w 2328863"/>
              <a:gd name="connsiteY10" fmla="*/ 204787 h 471487"/>
              <a:gd name="connsiteX11" fmla="*/ 1785938 w 2328863"/>
              <a:gd name="connsiteY11" fmla="*/ 280987 h 471487"/>
              <a:gd name="connsiteX12" fmla="*/ 1985963 w 2328863"/>
              <a:gd name="connsiteY12" fmla="*/ 328612 h 471487"/>
              <a:gd name="connsiteX13" fmla="*/ 2157413 w 2328863"/>
              <a:gd name="connsiteY13" fmla="*/ 333375 h 471487"/>
              <a:gd name="connsiteX14" fmla="*/ 2224088 w 2328863"/>
              <a:gd name="connsiteY14" fmla="*/ 338137 h 471487"/>
              <a:gd name="connsiteX15" fmla="*/ 2328863 w 2328863"/>
              <a:gd name="connsiteY15" fmla="*/ 319087 h 471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28863" h="471487">
                <a:moveTo>
                  <a:pt x="2328863" y="319087"/>
                </a:moveTo>
                <a:lnTo>
                  <a:pt x="2328863" y="471487"/>
                </a:lnTo>
                <a:lnTo>
                  <a:pt x="0" y="471487"/>
                </a:lnTo>
                <a:lnTo>
                  <a:pt x="0" y="300037"/>
                </a:lnTo>
                <a:lnTo>
                  <a:pt x="138113" y="309562"/>
                </a:lnTo>
                <a:lnTo>
                  <a:pt x="261938" y="228600"/>
                </a:lnTo>
                <a:lnTo>
                  <a:pt x="400050" y="23812"/>
                </a:lnTo>
                <a:lnTo>
                  <a:pt x="414338" y="0"/>
                </a:lnTo>
                <a:lnTo>
                  <a:pt x="1466850" y="0"/>
                </a:lnTo>
                <a:lnTo>
                  <a:pt x="1576388" y="133350"/>
                </a:lnTo>
                <a:lnTo>
                  <a:pt x="1662113" y="204787"/>
                </a:lnTo>
                <a:lnTo>
                  <a:pt x="1785938" y="280987"/>
                </a:lnTo>
                <a:lnTo>
                  <a:pt x="1985963" y="328612"/>
                </a:lnTo>
                <a:lnTo>
                  <a:pt x="2157413" y="333375"/>
                </a:lnTo>
                <a:lnTo>
                  <a:pt x="2224088" y="338137"/>
                </a:lnTo>
                <a:lnTo>
                  <a:pt x="2328863" y="319087"/>
                </a:lnTo>
                <a:close/>
              </a:path>
            </a:pathLst>
          </a:custGeom>
          <a:solidFill>
            <a:srgbClr val="215F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22364E1F-2C0F-B7BF-4325-664A12E6E59B}"/>
              </a:ext>
            </a:extLst>
          </p:cNvPr>
          <p:cNvSpPr/>
          <p:nvPr/>
        </p:nvSpPr>
        <p:spPr>
          <a:xfrm>
            <a:off x="5998859" y="2116334"/>
            <a:ext cx="1041400" cy="1012372"/>
          </a:xfrm>
          <a:custGeom>
            <a:avLst/>
            <a:gdLst>
              <a:gd name="connsiteX0" fmla="*/ 0 w 1041400"/>
              <a:gd name="connsiteY0" fmla="*/ 27214 h 1034143"/>
              <a:gd name="connsiteX1" fmla="*/ 437243 w 1041400"/>
              <a:gd name="connsiteY1" fmla="*/ 0 h 1034143"/>
              <a:gd name="connsiteX2" fmla="*/ 1030514 w 1041400"/>
              <a:gd name="connsiteY2" fmla="*/ 538843 h 1034143"/>
              <a:gd name="connsiteX3" fmla="*/ 1032328 w 1041400"/>
              <a:gd name="connsiteY3" fmla="*/ 555172 h 1034143"/>
              <a:gd name="connsiteX4" fmla="*/ 1041400 w 1041400"/>
              <a:gd name="connsiteY4" fmla="*/ 885372 h 1034143"/>
              <a:gd name="connsiteX5" fmla="*/ 1006928 w 1041400"/>
              <a:gd name="connsiteY5" fmla="*/ 919843 h 1034143"/>
              <a:gd name="connsiteX6" fmla="*/ 1001485 w 1041400"/>
              <a:gd name="connsiteY6" fmla="*/ 957943 h 1034143"/>
              <a:gd name="connsiteX7" fmla="*/ 1028700 w 1041400"/>
              <a:gd name="connsiteY7" fmla="*/ 1034143 h 1034143"/>
              <a:gd name="connsiteX8" fmla="*/ 575128 w 1041400"/>
              <a:gd name="connsiteY8" fmla="*/ 1019629 h 1034143"/>
              <a:gd name="connsiteX9" fmla="*/ 566057 w 1041400"/>
              <a:gd name="connsiteY9" fmla="*/ 794657 h 1034143"/>
              <a:gd name="connsiteX10" fmla="*/ 560614 w 1041400"/>
              <a:gd name="connsiteY10" fmla="*/ 537029 h 1034143"/>
              <a:gd name="connsiteX11" fmla="*/ 0 w 1041400"/>
              <a:gd name="connsiteY11" fmla="*/ 27214 h 1034143"/>
              <a:gd name="connsiteX0" fmla="*/ 0 w 1041400"/>
              <a:gd name="connsiteY0" fmla="*/ 5443 h 1012372"/>
              <a:gd name="connsiteX1" fmla="*/ 469900 w 1041400"/>
              <a:gd name="connsiteY1" fmla="*/ 0 h 1012372"/>
              <a:gd name="connsiteX2" fmla="*/ 1030514 w 1041400"/>
              <a:gd name="connsiteY2" fmla="*/ 517072 h 1012372"/>
              <a:gd name="connsiteX3" fmla="*/ 1032328 w 1041400"/>
              <a:gd name="connsiteY3" fmla="*/ 533401 h 1012372"/>
              <a:gd name="connsiteX4" fmla="*/ 1041400 w 1041400"/>
              <a:gd name="connsiteY4" fmla="*/ 863601 h 1012372"/>
              <a:gd name="connsiteX5" fmla="*/ 1006928 w 1041400"/>
              <a:gd name="connsiteY5" fmla="*/ 898072 h 1012372"/>
              <a:gd name="connsiteX6" fmla="*/ 1001485 w 1041400"/>
              <a:gd name="connsiteY6" fmla="*/ 936172 h 1012372"/>
              <a:gd name="connsiteX7" fmla="*/ 1028700 w 1041400"/>
              <a:gd name="connsiteY7" fmla="*/ 1012372 h 1012372"/>
              <a:gd name="connsiteX8" fmla="*/ 575128 w 1041400"/>
              <a:gd name="connsiteY8" fmla="*/ 997858 h 1012372"/>
              <a:gd name="connsiteX9" fmla="*/ 566057 w 1041400"/>
              <a:gd name="connsiteY9" fmla="*/ 772886 h 1012372"/>
              <a:gd name="connsiteX10" fmla="*/ 560614 w 1041400"/>
              <a:gd name="connsiteY10" fmla="*/ 515258 h 1012372"/>
              <a:gd name="connsiteX11" fmla="*/ 0 w 1041400"/>
              <a:gd name="connsiteY11" fmla="*/ 5443 h 1012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41400" h="1012372">
                <a:moveTo>
                  <a:pt x="0" y="5443"/>
                </a:moveTo>
                <a:lnTo>
                  <a:pt x="469900" y="0"/>
                </a:lnTo>
                <a:lnTo>
                  <a:pt x="1030514" y="517072"/>
                </a:lnTo>
                <a:lnTo>
                  <a:pt x="1032328" y="533401"/>
                </a:lnTo>
                <a:lnTo>
                  <a:pt x="1041400" y="863601"/>
                </a:lnTo>
                <a:lnTo>
                  <a:pt x="1006928" y="898072"/>
                </a:lnTo>
                <a:lnTo>
                  <a:pt x="1001485" y="936172"/>
                </a:lnTo>
                <a:lnTo>
                  <a:pt x="1028700" y="1012372"/>
                </a:lnTo>
                <a:lnTo>
                  <a:pt x="575128" y="997858"/>
                </a:lnTo>
                <a:lnTo>
                  <a:pt x="566057" y="772886"/>
                </a:lnTo>
                <a:lnTo>
                  <a:pt x="560614" y="515258"/>
                </a:lnTo>
                <a:lnTo>
                  <a:pt x="0" y="5443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E034047-ED41-B575-5522-243DCA236045}"/>
              </a:ext>
            </a:extLst>
          </p:cNvPr>
          <p:cNvSpPr/>
          <p:nvPr/>
        </p:nvSpPr>
        <p:spPr>
          <a:xfrm>
            <a:off x="5964041" y="2463647"/>
            <a:ext cx="2117271" cy="740228"/>
          </a:xfrm>
          <a:custGeom>
            <a:avLst/>
            <a:gdLst>
              <a:gd name="connsiteX0" fmla="*/ 0 w 2113643"/>
              <a:gd name="connsiteY0" fmla="*/ 0 h 716643"/>
              <a:gd name="connsiteX1" fmla="*/ 0 w 2113643"/>
              <a:gd name="connsiteY1" fmla="*/ 716643 h 716643"/>
              <a:gd name="connsiteX2" fmla="*/ 2113643 w 2113643"/>
              <a:gd name="connsiteY2" fmla="*/ 716643 h 716643"/>
              <a:gd name="connsiteX3" fmla="*/ 2113643 w 2113643"/>
              <a:gd name="connsiteY3" fmla="*/ 146957 h 716643"/>
              <a:gd name="connsiteX4" fmla="*/ 2021114 w 2113643"/>
              <a:gd name="connsiteY4" fmla="*/ 243114 h 716643"/>
              <a:gd name="connsiteX5" fmla="*/ 1877786 w 2113643"/>
              <a:gd name="connsiteY5" fmla="*/ 332014 h 716643"/>
              <a:gd name="connsiteX6" fmla="*/ 1661886 w 2113643"/>
              <a:gd name="connsiteY6" fmla="*/ 428172 h 716643"/>
              <a:gd name="connsiteX7" fmla="*/ 1551214 w 2113643"/>
              <a:gd name="connsiteY7" fmla="*/ 460829 h 716643"/>
              <a:gd name="connsiteX8" fmla="*/ 1445986 w 2113643"/>
              <a:gd name="connsiteY8" fmla="*/ 482600 h 716643"/>
              <a:gd name="connsiteX9" fmla="*/ 1306286 w 2113643"/>
              <a:gd name="connsiteY9" fmla="*/ 491672 h 716643"/>
              <a:gd name="connsiteX10" fmla="*/ 1211943 w 2113643"/>
              <a:gd name="connsiteY10" fmla="*/ 491672 h 716643"/>
              <a:gd name="connsiteX11" fmla="*/ 1137557 w 2113643"/>
              <a:gd name="connsiteY11" fmla="*/ 498929 h 716643"/>
              <a:gd name="connsiteX12" fmla="*/ 1088572 w 2113643"/>
              <a:gd name="connsiteY12" fmla="*/ 498929 h 716643"/>
              <a:gd name="connsiteX13" fmla="*/ 1059543 w 2113643"/>
              <a:gd name="connsiteY13" fmla="*/ 518886 h 716643"/>
              <a:gd name="connsiteX14" fmla="*/ 1037772 w 2113643"/>
              <a:gd name="connsiteY14" fmla="*/ 567872 h 716643"/>
              <a:gd name="connsiteX15" fmla="*/ 1037772 w 2113643"/>
              <a:gd name="connsiteY15" fmla="*/ 578757 h 716643"/>
              <a:gd name="connsiteX16" fmla="*/ 959757 w 2113643"/>
              <a:gd name="connsiteY16" fmla="*/ 593272 h 716643"/>
              <a:gd name="connsiteX17" fmla="*/ 847272 w 2113643"/>
              <a:gd name="connsiteY17" fmla="*/ 595086 h 716643"/>
              <a:gd name="connsiteX18" fmla="*/ 772886 w 2113643"/>
              <a:gd name="connsiteY18" fmla="*/ 587829 h 716643"/>
              <a:gd name="connsiteX19" fmla="*/ 698500 w 2113643"/>
              <a:gd name="connsiteY19" fmla="*/ 558800 h 716643"/>
              <a:gd name="connsiteX20" fmla="*/ 640443 w 2113643"/>
              <a:gd name="connsiteY20" fmla="*/ 527957 h 716643"/>
              <a:gd name="connsiteX21" fmla="*/ 624114 w 2113643"/>
              <a:gd name="connsiteY21" fmla="*/ 475343 h 716643"/>
              <a:gd name="connsiteX22" fmla="*/ 625929 w 2113643"/>
              <a:gd name="connsiteY22" fmla="*/ 413657 h 716643"/>
              <a:gd name="connsiteX23" fmla="*/ 553357 w 2113643"/>
              <a:gd name="connsiteY23" fmla="*/ 424543 h 716643"/>
              <a:gd name="connsiteX24" fmla="*/ 364672 w 2113643"/>
              <a:gd name="connsiteY24" fmla="*/ 439057 h 716643"/>
              <a:gd name="connsiteX25" fmla="*/ 266700 w 2113643"/>
              <a:gd name="connsiteY25" fmla="*/ 273957 h 716643"/>
              <a:gd name="connsiteX26" fmla="*/ 221343 w 2113643"/>
              <a:gd name="connsiteY26" fmla="*/ 136072 h 716643"/>
              <a:gd name="connsiteX27" fmla="*/ 156029 w 2113643"/>
              <a:gd name="connsiteY27" fmla="*/ 18143 h 716643"/>
              <a:gd name="connsiteX28" fmla="*/ 87086 w 2113643"/>
              <a:gd name="connsiteY28" fmla="*/ 5443 h 716643"/>
              <a:gd name="connsiteX29" fmla="*/ 0 w 2113643"/>
              <a:gd name="connsiteY29" fmla="*/ 0 h 716643"/>
              <a:gd name="connsiteX0" fmla="*/ 0 w 2113643"/>
              <a:gd name="connsiteY0" fmla="*/ 0 h 716643"/>
              <a:gd name="connsiteX1" fmla="*/ 0 w 2113643"/>
              <a:gd name="connsiteY1" fmla="*/ 716643 h 716643"/>
              <a:gd name="connsiteX2" fmla="*/ 2113643 w 2113643"/>
              <a:gd name="connsiteY2" fmla="*/ 716643 h 716643"/>
              <a:gd name="connsiteX3" fmla="*/ 2113643 w 2113643"/>
              <a:gd name="connsiteY3" fmla="*/ 146957 h 716643"/>
              <a:gd name="connsiteX4" fmla="*/ 2021114 w 2113643"/>
              <a:gd name="connsiteY4" fmla="*/ 243114 h 716643"/>
              <a:gd name="connsiteX5" fmla="*/ 1877786 w 2113643"/>
              <a:gd name="connsiteY5" fmla="*/ 332014 h 716643"/>
              <a:gd name="connsiteX6" fmla="*/ 1661886 w 2113643"/>
              <a:gd name="connsiteY6" fmla="*/ 428172 h 716643"/>
              <a:gd name="connsiteX7" fmla="*/ 1551214 w 2113643"/>
              <a:gd name="connsiteY7" fmla="*/ 460829 h 716643"/>
              <a:gd name="connsiteX8" fmla="*/ 1445986 w 2113643"/>
              <a:gd name="connsiteY8" fmla="*/ 482600 h 716643"/>
              <a:gd name="connsiteX9" fmla="*/ 1306286 w 2113643"/>
              <a:gd name="connsiteY9" fmla="*/ 491672 h 716643"/>
              <a:gd name="connsiteX10" fmla="*/ 1211943 w 2113643"/>
              <a:gd name="connsiteY10" fmla="*/ 491672 h 716643"/>
              <a:gd name="connsiteX11" fmla="*/ 1137557 w 2113643"/>
              <a:gd name="connsiteY11" fmla="*/ 498929 h 716643"/>
              <a:gd name="connsiteX12" fmla="*/ 1084944 w 2113643"/>
              <a:gd name="connsiteY12" fmla="*/ 402772 h 716643"/>
              <a:gd name="connsiteX13" fmla="*/ 1059543 w 2113643"/>
              <a:gd name="connsiteY13" fmla="*/ 518886 h 716643"/>
              <a:gd name="connsiteX14" fmla="*/ 1037772 w 2113643"/>
              <a:gd name="connsiteY14" fmla="*/ 567872 h 716643"/>
              <a:gd name="connsiteX15" fmla="*/ 1037772 w 2113643"/>
              <a:gd name="connsiteY15" fmla="*/ 578757 h 716643"/>
              <a:gd name="connsiteX16" fmla="*/ 959757 w 2113643"/>
              <a:gd name="connsiteY16" fmla="*/ 593272 h 716643"/>
              <a:gd name="connsiteX17" fmla="*/ 847272 w 2113643"/>
              <a:gd name="connsiteY17" fmla="*/ 595086 h 716643"/>
              <a:gd name="connsiteX18" fmla="*/ 772886 w 2113643"/>
              <a:gd name="connsiteY18" fmla="*/ 587829 h 716643"/>
              <a:gd name="connsiteX19" fmla="*/ 698500 w 2113643"/>
              <a:gd name="connsiteY19" fmla="*/ 558800 h 716643"/>
              <a:gd name="connsiteX20" fmla="*/ 640443 w 2113643"/>
              <a:gd name="connsiteY20" fmla="*/ 527957 h 716643"/>
              <a:gd name="connsiteX21" fmla="*/ 624114 w 2113643"/>
              <a:gd name="connsiteY21" fmla="*/ 475343 h 716643"/>
              <a:gd name="connsiteX22" fmla="*/ 625929 w 2113643"/>
              <a:gd name="connsiteY22" fmla="*/ 413657 h 716643"/>
              <a:gd name="connsiteX23" fmla="*/ 553357 w 2113643"/>
              <a:gd name="connsiteY23" fmla="*/ 424543 h 716643"/>
              <a:gd name="connsiteX24" fmla="*/ 364672 w 2113643"/>
              <a:gd name="connsiteY24" fmla="*/ 439057 h 716643"/>
              <a:gd name="connsiteX25" fmla="*/ 266700 w 2113643"/>
              <a:gd name="connsiteY25" fmla="*/ 273957 h 716643"/>
              <a:gd name="connsiteX26" fmla="*/ 221343 w 2113643"/>
              <a:gd name="connsiteY26" fmla="*/ 136072 h 716643"/>
              <a:gd name="connsiteX27" fmla="*/ 156029 w 2113643"/>
              <a:gd name="connsiteY27" fmla="*/ 18143 h 716643"/>
              <a:gd name="connsiteX28" fmla="*/ 87086 w 2113643"/>
              <a:gd name="connsiteY28" fmla="*/ 5443 h 716643"/>
              <a:gd name="connsiteX29" fmla="*/ 0 w 2113643"/>
              <a:gd name="connsiteY29" fmla="*/ 0 h 716643"/>
              <a:gd name="connsiteX0" fmla="*/ 0 w 2113643"/>
              <a:gd name="connsiteY0" fmla="*/ 0 h 716643"/>
              <a:gd name="connsiteX1" fmla="*/ 0 w 2113643"/>
              <a:gd name="connsiteY1" fmla="*/ 716643 h 716643"/>
              <a:gd name="connsiteX2" fmla="*/ 2113643 w 2113643"/>
              <a:gd name="connsiteY2" fmla="*/ 716643 h 716643"/>
              <a:gd name="connsiteX3" fmla="*/ 2113643 w 2113643"/>
              <a:gd name="connsiteY3" fmla="*/ 146957 h 716643"/>
              <a:gd name="connsiteX4" fmla="*/ 2021114 w 2113643"/>
              <a:gd name="connsiteY4" fmla="*/ 243114 h 716643"/>
              <a:gd name="connsiteX5" fmla="*/ 1877786 w 2113643"/>
              <a:gd name="connsiteY5" fmla="*/ 332014 h 716643"/>
              <a:gd name="connsiteX6" fmla="*/ 1661886 w 2113643"/>
              <a:gd name="connsiteY6" fmla="*/ 428172 h 716643"/>
              <a:gd name="connsiteX7" fmla="*/ 1551214 w 2113643"/>
              <a:gd name="connsiteY7" fmla="*/ 460829 h 716643"/>
              <a:gd name="connsiteX8" fmla="*/ 1445986 w 2113643"/>
              <a:gd name="connsiteY8" fmla="*/ 482600 h 716643"/>
              <a:gd name="connsiteX9" fmla="*/ 1306286 w 2113643"/>
              <a:gd name="connsiteY9" fmla="*/ 491672 h 716643"/>
              <a:gd name="connsiteX10" fmla="*/ 1211943 w 2113643"/>
              <a:gd name="connsiteY10" fmla="*/ 491672 h 716643"/>
              <a:gd name="connsiteX11" fmla="*/ 1144330 w 2113643"/>
              <a:gd name="connsiteY11" fmla="*/ 415396 h 716643"/>
              <a:gd name="connsiteX12" fmla="*/ 1137557 w 2113643"/>
              <a:gd name="connsiteY12" fmla="*/ 498929 h 716643"/>
              <a:gd name="connsiteX13" fmla="*/ 1084944 w 2113643"/>
              <a:gd name="connsiteY13" fmla="*/ 402772 h 716643"/>
              <a:gd name="connsiteX14" fmla="*/ 1059543 w 2113643"/>
              <a:gd name="connsiteY14" fmla="*/ 518886 h 716643"/>
              <a:gd name="connsiteX15" fmla="*/ 1037772 w 2113643"/>
              <a:gd name="connsiteY15" fmla="*/ 567872 h 716643"/>
              <a:gd name="connsiteX16" fmla="*/ 1037772 w 2113643"/>
              <a:gd name="connsiteY16" fmla="*/ 578757 h 716643"/>
              <a:gd name="connsiteX17" fmla="*/ 959757 w 2113643"/>
              <a:gd name="connsiteY17" fmla="*/ 593272 h 716643"/>
              <a:gd name="connsiteX18" fmla="*/ 847272 w 2113643"/>
              <a:gd name="connsiteY18" fmla="*/ 595086 h 716643"/>
              <a:gd name="connsiteX19" fmla="*/ 772886 w 2113643"/>
              <a:gd name="connsiteY19" fmla="*/ 587829 h 716643"/>
              <a:gd name="connsiteX20" fmla="*/ 698500 w 2113643"/>
              <a:gd name="connsiteY20" fmla="*/ 558800 h 716643"/>
              <a:gd name="connsiteX21" fmla="*/ 640443 w 2113643"/>
              <a:gd name="connsiteY21" fmla="*/ 527957 h 716643"/>
              <a:gd name="connsiteX22" fmla="*/ 624114 w 2113643"/>
              <a:gd name="connsiteY22" fmla="*/ 475343 h 716643"/>
              <a:gd name="connsiteX23" fmla="*/ 625929 w 2113643"/>
              <a:gd name="connsiteY23" fmla="*/ 413657 h 716643"/>
              <a:gd name="connsiteX24" fmla="*/ 553357 w 2113643"/>
              <a:gd name="connsiteY24" fmla="*/ 424543 h 716643"/>
              <a:gd name="connsiteX25" fmla="*/ 364672 w 2113643"/>
              <a:gd name="connsiteY25" fmla="*/ 439057 h 716643"/>
              <a:gd name="connsiteX26" fmla="*/ 266700 w 2113643"/>
              <a:gd name="connsiteY26" fmla="*/ 273957 h 716643"/>
              <a:gd name="connsiteX27" fmla="*/ 221343 w 2113643"/>
              <a:gd name="connsiteY27" fmla="*/ 136072 h 716643"/>
              <a:gd name="connsiteX28" fmla="*/ 156029 w 2113643"/>
              <a:gd name="connsiteY28" fmla="*/ 18143 h 716643"/>
              <a:gd name="connsiteX29" fmla="*/ 87086 w 2113643"/>
              <a:gd name="connsiteY29" fmla="*/ 5443 h 716643"/>
              <a:gd name="connsiteX30" fmla="*/ 0 w 2113643"/>
              <a:gd name="connsiteY30" fmla="*/ 0 h 716643"/>
              <a:gd name="connsiteX0" fmla="*/ 0 w 2113643"/>
              <a:gd name="connsiteY0" fmla="*/ 0 h 716643"/>
              <a:gd name="connsiteX1" fmla="*/ 0 w 2113643"/>
              <a:gd name="connsiteY1" fmla="*/ 716643 h 716643"/>
              <a:gd name="connsiteX2" fmla="*/ 2113643 w 2113643"/>
              <a:gd name="connsiteY2" fmla="*/ 716643 h 716643"/>
              <a:gd name="connsiteX3" fmla="*/ 2113643 w 2113643"/>
              <a:gd name="connsiteY3" fmla="*/ 146957 h 716643"/>
              <a:gd name="connsiteX4" fmla="*/ 2021114 w 2113643"/>
              <a:gd name="connsiteY4" fmla="*/ 243114 h 716643"/>
              <a:gd name="connsiteX5" fmla="*/ 1877786 w 2113643"/>
              <a:gd name="connsiteY5" fmla="*/ 332014 h 716643"/>
              <a:gd name="connsiteX6" fmla="*/ 1661886 w 2113643"/>
              <a:gd name="connsiteY6" fmla="*/ 428172 h 716643"/>
              <a:gd name="connsiteX7" fmla="*/ 1551214 w 2113643"/>
              <a:gd name="connsiteY7" fmla="*/ 460829 h 716643"/>
              <a:gd name="connsiteX8" fmla="*/ 1445986 w 2113643"/>
              <a:gd name="connsiteY8" fmla="*/ 482600 h 716643"/>
              <a:gd name="connsiteX9" fmla="*/ 1306286 w 2113643"/>
              <a:gd name="connsiteY9" fmla="*/ 491672 h 716643"/>
              <a:gd name="connsiteX10" fmla="*/ 1211943 w 2113643"/>
              <a:gd name="connsiteY10" fmla="*/ 491672 h 716643"/>
              <a:gd name="connsiteX11" fmla="*/ 1144330 w 2113643"/>
              <a:gd name="connsiteY11" fmla="*/ 415396 h 716643"/>
              <a:gd name="connsiteX12" fmla="*/ 1139371 w 2113643"/>
              <a:gd name="connsiteY12" fmla="*/ 350157 h 716643"/>
              <a:gd name="connsiteX13" fmla="*/ 1084944 w 2113643"/>
              <a:gd name="connsiteY13" fmla="*/ 402772 h 716643"/>
              <a:gd name="connsiteX14" fmla="*/ 1059543 w 2113643"/>
              <a:gd name="connsiteY14" fmla="*/ 518886 h 716643"/>
              <a:gd name="connsiteX15" fmla="*/ 1037772 w 2113643"/>
              <a:gd name="connsiteY15" fmla="*/ 567872 h 716643"/>
              <a:gd name="connsiteX16" fmla="*/ 1037772 w 2113643"/>
              <a:gd name="connsiteY16" fmla="*/ 578757 h 716643"/>
              <a:gd name="connsiteX17" fmla="*/ 959757 w 2113643"/>
              <a:gd name="connsiteY17" fmla="*/ 593272 h 716643"/>
              <a:gd name="connsiteX18" fmla="*/ 847272 w 2113643"/>
              <a:gd name="connsiteY18" fmla="*/ 595086 h 716643"/>
              <a:gd name="connsiteX19" fmla="*/ 772886 w 2113643"/>
              <a:gd name="connsiteY19" fmla="*/ 587829 h 716643"/>
              <a:gd name="connsiteX20" fmla="*/ 698500 w 2113643"/>
              <a:gd name="connsiteY20" fmla="*/ 558800 h 716643"/>
              <a:gd name="connsiteX21" fmla="*/ 640443 w 2113643"/>
              <a:gd name="connsiteY21" fmla="*/ 527957 h 716643"/>
              <a:gd name="connsiteX22" fmla="*/ 624114 w 2113643"/>
              <a:gd name="connsiteY22" fmla="*/ 475343 h 716643"/>
              <a:gd name="connsiteX23" fmla="*/ 625929 w 2113643"/>
              <a:gd name="connsiteY23" fmla="*/ 413657 h 716643"/>
              <a:gd name="connsiteX24" fmla="*/ 553357 w 2113643"/>
              <a:gd name="connsiteY24" fmla="*/ 424543 h 716643"/>
              <a:gd name="connsiteX25" fmla="*/ 364672 w 2113643"/>
              <a:gd name="connsiteY25" fmla="*/ 439057 h 716643"/>
              <a:gd name="connsiteX26" fmla="*/ 266700 w 2113643"/>
              <a:gd name="connsiteY26" fmla="*/ 273957 h 716643"/>
              <a:gd name="connsiteX27" fmla="*/ 221343 w 2113643"/>
              <a:gd name="connsiteY27" fmla="*/ 136072 h 716643"/>
              <a:gd name="connsiteX28" fmla="*/ 156029 w 2113643"/>
              <a:gd name="connsiteY28" fmla="*/ 18143 h 716643"/>
              <a:gd name="connsiteX29" fmla="*/ 87086 w 2113643"/>
              <a:gd name="connsiteY29" fmla="*/ 5443 h 716643"/>
              <a:gd name="connsiteX30" fmla="*/ 0 w 2113643"/>
              <a:gd name="connsiteY30" fmla="*/ 0 h 716643"/>
              <a:gd name="connsiteX0" fmla="*/ 0 w 2113643"/>
              <a:gd name="connsiteY0" fmla="*/ 0 h 716643"/>
              <a:gd name="connsiteX1" fmla="*/ 0 w 2113643"/>
              <a:gd name="connsiteY1" fmla="*/ 716643 h 716643"/>
              <a:gd name="connsiteX2" fmla="*/ 2113643 w 2113643"/>
              <a:gd name="connsiteY2" fmla="*/ 716643 h 716643"/>
              <a:gd name="connsiteX3" fmla="*/ 2113643 w 2113643"/>
              <a:gd name="connsiteY3" fmla="*/ 146957 h 716643"/>
              <a:gd name="connsiteX4" fmla="*/ 2021114 w 2113643"/>
              <a:gd name="connsiteY4" fmla="*/ 243114 h 716643"/>
              <a:gd name="connsiteX5" fmla="*/ 1877786 w 2113643"/>
              <a:gd name="connsiteY5" fmla="*/ 332014 h 716643"/>
              <a:gd name="connsiteX6" fmla="*/ 1661886 w 2113643"/>
              <a:gd name="connsiteY6" fmla="*/ 428172 h 716643"/>
              <a:gd name="connsiteX7" fmla="*/ 1551214 w 2113643"/>
              <a:gd name="connsiteY7" fmla="*/ 460829 h 716643"/>
              <a:gd name="connsiteX8" fmla="*/ 1445986 w 2113643"/>
              <a:gd name="connsiteY8" fmla="*/ 482600 h 716643"/>
              <a:gd name="connsiteX9" fmla="*/ 1306286 w 2113643"/>
              <a:gd name="connsiteY9" fmla="*/ 491672 h 716643"/>
              <a:gd name="connsiteX10" fmla="*/ 1326243 w 2113643"/>
              <a:gd name="connsiteY10" fmla="*/ 313872 h 716643"/>
              <a:gd name="connsiteX11" fmla="*/ 1144330 w 2113643"/>
              <a:gd name="connsiteY11" fmla="*/ 415396 h 716643"/>
              <a:gd name="connsiteX12" fmla="*/ 1139371 w 2113643"/>
              <a:gd name="connsiteY12" fmla="*/ 350157 h 716643"/>
              <a:gd name="connsiteX13" fmla="*/ 1084944 w 2113643"/>
              <a:gd name="connsiteY13" fmla="*/ 402772 h 716643"/>
              <a:gd name="connsiteX14" fmla="*/ 1059543 w 2113643"/>
              <a:gd name="connsiteY14" fmla="*/ 518886 h 716643"/>
              <a:gd name="connsiteX15" fmla="*/ 1037772 w 2113643"/>
              <a:gd name="connsiteY15" fmla="*/ 567872 h 716643"/>
              <a:gd name="connsiteX16" fmla="*/ 1037772 w 2113643"/>
              <a:gd name="connsiteY16" fmla="*/ 578757 h 716643"/>
              <a:gd name="connsiteX17" fmla="*/ 959757 w 2113643"/>
              <a:gd name="connsiteY17" fmla="*/ 593272 h 716643"/>
              <a:gd name="connsiteX18" fmla="*/ 847272 w 2113643"/>
              <a:gd name="connsiteY18" fmla="*/ 595086 h 716643"/>
              <a:gd name="connsiteX19" fmla="*/ 772886 w 2113643"/>
              <a:gd name="connsiteY19" fmla="*/ 587829 h 716643"/>
              <a:gd name="connsiteX20" fmla="*/ 698500 w 2113643"/>
              <a:gd name="connsiteY20" fmla="*/ 558800 h 716643"/>
              <a:gd name="connsiteX21" fmla="*/ 640443 w 2113643"/>
              <a:gd name="connsiteY21" fmla="*/ 527957 h 716643"/>
              <a:gd name="connsiteX22" fmla="*/ 624114 w 2113643"/>
              <a:gd name="connsiteY22" fmla="*/ 475343 h 716643"/>
              <a:gd name="connsiteX23" fmla="*/ 625929 w 2113643"/>
              <a:gd name="connsiteY23" fmla="*/ 413657 h 716643"/>
              <a:gd name="connsiteX24" fmla="*/ 553357 w 2113643"/>
              <a:gd name="connsiteY24" fmla="*/ 424543 h 716643"/>
              <a:gd name="connsiteX25" fmla="*/ 364672 w 2113643"/>
              <a:gd name="connsiteY25" fmla="*/ 439057 h 716643"/>
              <a:gd name="connsiteX26" fmla="*/ 266700 w 2113643"/>
              <a:gd name="connsiteY26" fmla="*/ 273957 h 716643"/>
              <a:gd name="connsiteX27" fmla="*/ 221343 w 2113643"/>
              <a:gd name="connsiteY27" fmla="*/ 136072 h 716643"/>
              <a:gd name="connsiteX28" fmla="*/ 156029 w 2113643"/>
              <a:gd name="connsiteY28" fmla="*/ 18143 h 716643"/>
              <a:gd name="connsiteX29" fmla="*/ 87086 w 2113643"/>
              <a:gd name="connsiteY29" fmla="*/ 5443 h 716643"/>
              <a:gd name="connsiteX30" fmla="*/ 0 w 2113643"/>
              <a:gd name="connsiteY30" fmla="*/ 0 h 716643"/>
              <a:gd name="connsiteX0" fmla="*/ 0 w 2113643"/>
              <a:gd name="connsiteY0" fmla="*/ 0 h 716643"/>
              <a:gd name="connsiteX1" fmla="*/ 0 w 2113643"/>
              <a:gd name="connsiteY1" fmla="*/ 716643 h 716643"/>
              <a:gd name="connsiteX2" fmla="*/ 2113643 w 2113643"/>
              <a:gd name="connsiteY2" fmla="*/ 716643 h 716643"/>
              <a:gd name="connsiteX3" fmla="*/ 2113643 w 2113643"/>
              <a:gd name="connsiteY3" fmla="*/ 146957 h 716643"/>
              <a:gd name="connsiteX4" fmla="*/ 2021114 w 2113643"/>
              <a:gd name="connsiteY4" fmla="*/ 243114 h 716643"/>
              <a:gd name="connsiteX5" fmla="*/ 1877786 w 2113643"/>
              <a:gd name="connsiteY5" fmla="*/ 332014 h 716643"/>
              <a:gd name="connsiteX6" fmla="*/ 1661886 w 2113643"/>
              <a:gd name="connsiteY6" fmla="*/ 428172 h 716643"/>
              <a:gd name="connsiteX7" fmla="*/ 1551214 w 2113643"/>
              <a:gd name="connsiteY7" fmla="*/ 460829 h 716643"/>
              <a:gd name="connsiteX8" fmla="*/ 1445986 w 2113643"/>
              <a:gd name="connsiteY8" fmla="*/ 482600 h 716643"/>
              <a:gd name="connsiteX9" fmla="*/ 1326243 w 2113643"/>
              <a:gd name="connsiteY9" fmla="*/ 313872 h 716643"/>
              <a:gd name="connsiteX10" fmla="*/ 1144330 w 2113643"/>
              <a:gd name="connsiteY10" fmla="*/ 415396 h 716643"/>
              <a:gd name="connsiteX11" fmla="*/ 1139371 w 2113643"/>
              <a:gd name="connsiteY11" fmla="*/ 350157 h 716643"/>
              <a:gd name="connsiteX12" fmla="*/ 1084944 w 2113643"/>
              <a:gd name="connsiteY12" fmla="*/ 402772 h 716643"/>
              <a:gd name="connsiteX13" fmla="*/ 1059543 w 2113643"/>
              <a:gd name="connsiteY13" fmla="*/ 518886 h 716643"/>
              <a:gd name="connsiteX14" fmla="*/ 1037772 w 2113643"/>
              <a:gd name="connsiteY14" fmla="*/ 567872 h 716643"/>
              <a:gd name="connsiteX15" fmla="*/ 1037772 w 2113643"/>
              <a:gd name="connsiteY15" fmla="*/ 578757 h 716643"/>
              <a:gd name="connsiteX16" fmla="*/ 959757 w 2113643"/>
              <a:gd name="connsiteY16" fmla="*/ 593272 h 716643"/>
              <a:gd name="connsiteX17" fmla="*/ 847272 w 2113643"/>
              <a:gd name="connsiteY17" fmla="*/ 595086 h 716643"/>
              <a:gd name="connsiteX18" fmla="*/ 772886 w 2113643"/>
              <a:gd name="connsiteY18" fmla="*/ 587829 h 716643"/>
              <a:gd name="connsiteX19" fmla="*/ 698500 w 2113643"/>
              <a:gd name="connsiteY19" fmla="*/ 558800 h 716643"/>
              <a:gd name="connsiteX20" fmla="*/ 640443 w 2113643"/>
              <a:gd name="connsiteY20" fmla="*/ 527957 h 716643"/>
              <a:gd name="connsiteX21" fmla="*/ 624114 w 2113643"/>
              <a:gd name="connsiteY21" fmla="*/ 475343 h 716643"/>
              <a:gd name="connsiteX22" fmla="*/ 625929 w 2113643"/>
              <a:gd name="connsiteY22" fmla="*/ 413657 h 716643"/>
              <a:gd name="connsiteX23" fmla="*/ 553357 w 2113643"/>
              <a:gd name="connsiteY23" fmla="*/ 424543 h 716643"/>
              <a:gd name="connsiteX24" fmla="*/ 364672 w 2113643"/>
              <a:gd name="connsiteY24" fmla="*/ 439057 h 716643"/>
              <a:gd name="connsiteX25" fmla="*/ 266700 w 2113643"/>
              <a:gd name="connsiteY25" fmla="*/ 273957 h 716643"/>
              <a:gd name="connsiteX26" fmla="*/ 221343 w 2113643"/>
              <a:gd name="connsiteY26" fmla="*/ 136072 h 716643"/>
              <a:gd name="connsiteX27" fmla="*/ 156029 w 2113643"/>
              <a:gd name="connsiteY27" fmla="*/ 18143 h 716643"/>
              <a:gd name="connsiteX28" fmla="*/ 87086 w 2113643"/>
              <a:gd name="connsiteY28" fmla="*/ 5443 h 716643"/>
              <a:gd name="connsiteX29" fmla="*/ 0 w 2113643"/>
              <a:gd name="connsiteY29" fmla="*/ 0 h 716643"/>
              <a:gd name="connsiteX0" fmla="*/ 0 w 2113643"/>
              <a:gd name="connsiteY0" fmla="*/ 0 h 716643"/>
              <a:gd name="connsiteX1" fmla="*/ 0 w 2113643"/>
              <a:gd name="connsiteY1" fmla="*/ 716643 h 716643"/>
              <a:gd name="connsiteX2" fmla="*/ 2113643 w 2113643"/>
              <a:gd name="connsiteY2" fmla="*/ 716643 h 716643"/>
              <a:gd name="connsiteX3" fmla="*/ 2113643 w 2113643"/>
              <a:gd name="connsiteY3" fmla="*/ 146957 h 716643"/>
              <a:gd name="connsiteX4" fmla="*/ 2021114 w 2113643"/>
              <a:gd name="connsiteY4" fmla="*/ 243114 h 716643"/>
              <a:gd name="connsiteX5" fmla="*/ 1877786 w 2113643"/>
              <a:gd name="connsiteY5" fmla="*/ 332014 h 716643"/>
              <a:gd name="connsiteX6" fmla="*/ 1661886 w 2113643"/>
              <a:gd name="connsiteY6" fmla="*/ 428172 h 716643"/>
              <a:gd name="connsiteX7" fmla="*/ 1551214 w 2113643"/>
              <a:gd name="connsiteY7" fmla="*/ 460829 h 716643"/>
              <a:gd name="connsiteX8" fmla="*/ 1326243 w 2113643"/>
              <a:gd name="connsiteY8" fmla="*/ 313872 h 716643"/>
              <a:gd name="connsiteX9" fmla="*/ 1144330 w 2113643"/>
              <a:gd name="connsiteY9" fmla="*/ 415396 h 716643"/>
              <a:gd name="connsiteX10" fmla="*/ 1139371 w 2113643"/>
              <a:gd name="connsiteY10" fmla="*/ 350157 h 716643"/>
              <a:gd name="connsiteX11" fmla="*/ 1084944 w 2113643"/>
              <a:gd name="connsiteY11" fmla="*/ 402772 h 716643"/>
              <a:gd name="connsiteX12" fmla="*/ 1059543 w 2113643"/>
              <a:gd name="connsiteY12" fmla="*/ 518886 h 716643"/>
              <a:gd name="connsiteX13" fmla="*/ 1037772 w 2113643"/>
              <a:gd name="connsiteY13" fmla="*/ 567872 h 716643"/>
              <a:gd name="connsiteX14" fmla="*/ 1037772 w 2113643"/>
              <a:gd name="connsiteY14" fmla="*/ 578757 h 716643"/>
              <a:gd name="connsiteX15" fmla="*/ 959757 w 2113643"/>
              <a:gd name="connsiteY15" fmla="*/ 593272 h 716643"/>
              <a:gd name="connsiteX16" fmla="*/ 847272 w 2113643"/>
              <a:gd name="connsiteY16" fmla="*/ 595086 h 716643"/>
              <a:gd name="connsiteX17" fmla="*/ 772886 w 2113643"/>
              <a:gd name="connsiteY17" fmla="*/ 587829 h 716643"/>
              <a:gd name="connsiteX18" fmla="*/ 698500 w 2113643"/>
              <a:gd name="connsiteY18" fmla="*/ 558800 h 716643"/>
              <a:gd name="connsiteX19" fmla="*/ 640443 w 2113643"/>
              <a:gd name="connsiteY19" fmla="*/ 527957 h 716643"/>
              <a:gd name="connsiteX20" fmla="*/ 624114 w 2113643"/>
              <a:gd name="connsiteY20" fmla="*/ 475343 h 716643"/>
              <a:gd name="connsiteX21" fmla="*/ 625929 w 2113643"/>
              <a:gd name="connsiteY21" fmla="*/ 413657 h 716643"/>
              <a:gd name="connsiteX22" fmla="*/ 553357 w 2113643"/>
              <a:gd name="connsiteY22" fmla="*/ 424543 h 716643"/>
              <a:gd name="connsiteX23" fmla="*/ 364672 w 2113643"/>
              <a:gd name="connsiteY23" fmla="*/ 439057 h 716643"/>
              <a:gd name="connsiteX24" fmla="*/ 266700 w 2113643"/>
              <a:gd name="connsiteY24" fmla="*/ 273957 h 716643"/>
              <a:gd name="connsiteX25" fmla="*/ 221343 w 2113643"/>
              <a:gd name="connsiteY25" fmla="*/ 136072 h 716643"/>
              <a:gd name="connsiteX26" fmla="*/ 156029 w 2113643"/>
              <a:gd name="connsiteY26" fmla="*/ 18143 h 716643"/>
              <a:gd name="connsiteX27" fmla="*/ 87086 w 2113643"/>
              <a:gd name="connsiteY27" fmla="*/ 5443 h 716643"/>
              <a:gd name="connsiteX28" fmla="*/ 0 w 2113643"/>
              <a:gd name="connsiteY28" fmla="*/ 0 h 716643"/>
              <a:gd name="connsiteX0" fmla="*/ 0 w 2113643"/>
              <a:gd name="connsiteY0" fmla="*/ 0 h 716643"/>
              <a:gd name="connsiteX1" fmla="*/ 0 w 2113643"/>
              <a:gd name="connsiteY1" fmla="*/ 716643 h 716643"/>
              <a:gd name="connsiteX2" fmla="*/ 2113643 w 2113643"/>
              <a:gd name="connsiteY2" fmla="*/ 716643 h 716643"/>
              <a:gd name="connsiteX3" fmla="*/ 2113643 w 2113643"/>
              <a:gd name="connsiteY3" fmla="*/ 146957 h 716643"/>
              <a:gd name="connsiteX4" fmla="*/ 2021114 w 2113643"/>
              <a:gd name="connsiteY4" fmla="*/ 243114 h 716643"/>
              <a:gd name="connsiteX5" fmla="*/ 1877786 w 2113643"/>
              <a:gd name="connsiteY5" fmla="*/ 332014 h 716643"/>
              <a:gd name="connsiteX6" fmla="*/ 1661886 w 2113643"/>
              <a:gd name="connsiteY6" fmla="*/ 428172 h 716643"/>
              <a:gd name="connsiteX7" fmla="*/ 1326243 w 2113643"/>
              <a:gd name="connsiteY7" fmla="*/ 313872 h 716643"/>
              <a:gd name="connsiteX8" fmla="*/ 1144330 w 2113643"/>
              <a:gd name="connsiteY8" fmla="*/ 415396 h 716643"/>
              <a:gd name="connsiteX9" fmla="*/ 1139371 w 2113643"/>
              <a:gd name="connsiteY9" fmla="*/ 350157 h 716643"/>
              <a:gd name="connsiteX10" fmla="*/ 1084944 w 2113643"/>
              <a:gd name="connsiteY10" fmla="*/ 402772 h 716643"/>
              <a:gd name="connsiteX11" fmla="*/ 1059543 w 2113643"/>
              <a:gd name="connsiteY11" fmla="*/ 518886 h 716643"/>
              <a:gd name="connsiteX12" fmla="*/ 1037772 w 2113643"/>
              <a:gd name="connsiteY12" fmla="*/ 567872 h 716643"/>
              <a:gd name="connsiteX13" fmla="*/ 1037772 w 2113643"/>
              <a:gd name="connsiteY13" fmla="*/ 578757 h 716643"/>
              <a:gd name="connsiteX14" fmla="*/ 959757 w 2113643"/>
              <a:gd name="connsiteY14" fmla="*/ 593272 h 716643"/>
              <a:gd name="connsiteX15" fmla="*/ 847272 w 2113643"/>
              <a:gd name="connsiteY15" fmla="*/ 595086 h 716643"/>
              <a:gd name="connsiteX16" fmla="*/ 772886 w 2113643"/>
              <a:gd name="connsiteY16" fmla="*/ 587829 h 716643"/>
              <a:gd name="connsiteX17" fmla="*/ 698500 w 2113643"/>
              <a:gd name="connsiteY17" fmla="*/ 558800 h 716643"/>
              <a:gd name="connsiteX18" fmla="*/ 640443 w 2113643"/>
              <a:gd name="connsiteY18" fmla="*/ 527957 h 716643"/>
              <a:gd name="connsiteX19" fmla="*/ 624114 w 2113643"/>
              <a:gd name="connsiteY19" fmla="*/ 475343 h 716643"/>
              <a:gd name="connsiteX20" fmla="*/ 625929 w 2113643"/>
              <a:gd name="connsiteY20" fmla="*/ 413657 h 716643"/>
              <a:gd name="connsiteX21" fmla="*/ 553357 w 2113643"/>
              <a:gd name="connsiteY21" fmla="*/ 424543 h 716643"/>
              <a:gd name="connsiteX22" fmla="*/ 364672 w 2113643"/>
              <a:gd name="connsiteY22" fmla="*/ 439057 h 716643"/>
              <a:gd name="connsiteX23" fmla="*/ 266700 w 2113643"/>
              <a:gd name="connsiteY23" fmla="*/ 273957 h 716643"/>
              <a:gd name="connsiteX24" fmla="*/ 221343 w 2113643"/>
              <a:gd name="connsiteY24" fmla="*/ 136072 h 716643"/>
              <a:gd name="connsiteX25" fmla="*/ 156029 w 2113643"/>
              <a:gd name="connsiteY25" fmla="*/ 18143 h 716643"/>
              <a:gd name="connsiteX26" fmla="*/ 87086 w 2113643"/>
              <a:gd name="connsiteY26" fmla="*/ 5443 h 716643"/>
              <a:gd name="connsiteX27" fmla="*/ 0 w 2113643"/>
              <a:gd name="connsiteY27" fmla="*/ 0 h 716643"/>
              <a:gd name="connsiteX0" fmla="*/ 0 w 2113643"/>
              <a:gd name="connsiteY0" fmla="*/ 0 h 716643"/>
              <a:gd name="connsiteX1" fmla="*/ 0 w 2113643"/>
              <a:gd name="connsiteY1" fmla="*/ 716643 h 716643"/>
              <a:gd name="connsiteX2" fmla="*/ 2113643 w 2113643"/>
              <a:gd name="connsiteY2" fmla="*/ 716643 h 716643"/>
              <a:gd name="connsiteX3" fmla="*/ 2113643 w 2113643"/>
              <a:gd name="connsiteY3" fmla="*/ 146957 h 716643"/>
              <a:gd name="connsiteX4" fmla="*/ 2021114 w 2113643"/>
              <a:gd name="connsiteY4" fmla="*/ 243114 h 716643"/>
              <a:gd name="connsiteX5" fmla="*/ 1877786 w 2113643"/>
              <a:gd name="connsiteY5" fmla="*/ 332014 h 716643"/>
              <a:gd name="connsiteX6" fmla="*/ 1326243 w 2113643"/>
              <a:gd name="connsiteY6" fmla="*/ 313872 h 716643"/>
              <a:gd name="connsiteX7" fmla="*/ 1144330 w 2113643"/>
              <a:gd name="connsiteY7" fmla="*/ 415396 h 716643"/>
              <a:gd name="connsiteX8" fmla="*/ 1139371 w 2113643"/>
              <a:gd name="connsiteY8" fmla="*/ 350157 h 716643"/>
              <a:gd name="connsiteX9" fmla="*/ 1084944 w 2113643"/>
              <a:gd name="connsiteY9" fmla="*/ 402772 h 716643"/>
              <a:gd name="connsiteX10" fmla="*/ 1059543 w 2113643"/>
              <a:gd name="connsiteY10" fmla="*/ 518886 h 716643"/>
              <a:gd name="connsiteX11" fmla="*/ 1037772 w 2113643"/>
              <a:gd name="connsiteY11" fmla="*/ 567872 h 716643"/>
              <a:gd name="connsiteX12" fmla="*/ 1037772 w 2113643"/>
              <a:gd name="connsiteY12" fmla="*/ 578757 h 716643"/>
              <a:gd name="connsiteX13" fmla="*/ 959757 w 2113643"/>
              <a:gd name="connsiteY13" fmla="*/ 593272 h 716643"/>
              <a:gd name="connsiteX14" fmla="*/ 847272 w 2113643"/>
              <a:gd name="connsiteY14" fmla="*/ 595086 h 716643"/>
              <a:gd name="connsiteX15" fmla="*/ 772886 w 2113643"/>
              <a:gd name="connsiteY15" fmla="*/ 587829 h 716643"/>
              <a:gd name="connsiteX16" fmla="*/ 698500 w 2113643"/>
              <a:gd name="connsiteY16" fmla="*/ 558800 h 716643"/>
              <a:gd name="connsiteX17" fmla="*/ 640443 w 2113643"/>
              <a:gd name="connsiteY17" fmla="*/ 527957 h 716643"/>
              <a:gd name="connsiteX18" fmla="*/ 624114 w 2113643"/>
              <a:gd name="connsiteY18" fmla="*/ 475343 h 716643"/>
              <a:gd name="connsiteX19" fmla="*/ 625929 w 2113643"/>
              <a:gd name="connsiteY19" fmla="*/ 413657 h 716643"/>
              <a:gd name="connsiteX20" fmla="*/ 553357 w 2113643"/>
              <a:gd name="connsiteY20" fmla="*/ 424543 h 716643"/>
              <a:gd name="connsiteX21" fmla="*/ 364672 w 2113643"/>
              <a:gd name="connsiteY21" fmla="*/ 439057 h 716643"/>
              <a:gd name="connsiteX22" fmla="*/ 266700 w 2113643"/>
              <a:gd name="connsiteY22" fmla="*/ 273957 h 716643"/>
              <a:gd name="connsiteX23" fmla="*/ 221343 w 2113643"/>
              <a:gd name="connsiteY23" fmla="*/ 136072 h 716643"/>
              <a:gd name="connsiteX24" fmla="*/ 156029 w 2113643"/>
              <a:gd name="connsiteY24" fmla="*/ 18143 h 716643"/>
              <a:gd name="connsiteX25" fmla="*/ 87086 w 2113643"/>
              <a:gd name="connsiteY25" fmla="*/ 5443 h 716643"/>
              <a:gd name="connsiteX26" fmla="*/ 0 w 2113643"/>
              <a:gd name="connsiteY26" fmla="*/ 0 h 716643"/>
              <a:gd name="connsiteX0" fmla="*/ 0 w 2113643"/>
              <a:gd name="connsiteY0" fmla="*/ 0 h 716643"/>
              <a:gd name="connsiteX1" fmla="*/ 0 w 2113643"/>
              <a:gd name="connsiteY1" fmla="*/ 716643 h 716643"/>
              <a:gd name="connsiteX2" fmla="*/ 2113643 w 2113643"/>
              <a:gd name="connsiteY2" fmla="*/ 716643 h 716643"/>
              <a:gd name="connsiteX3" fmla="*/ 2113643 w 2113643"/>
              <a:gd name="connsiteY3" fmla="*/ 146957 h 716643"/>
              <a:gd name="connsiteX4" fmla="*/ 2021114 w 2113643"/>
              <a:gd name="connsiteY4" fmla="*/ 243114 h 716643"/>
              <a:gd name="connsiteX5" fmla="*/ 1837872 w 2113643"/>
              <a:gd name="connsiteY5" fmla="*/ 186871 h 716643"/>
              <a:gd name="connsiteX6" fmla="*/ 1326243 w 2113643"/>
              <a:gd name="connsiteY6" fmla="*/ 313872 h 716643"/>
              <a:gd name="connsiteX7" fmla="*/ 1144330 w 2113643"/>
              <a:gd name="connsiteY7" fmla="*/ 415396 h 716643"/>
              <a:gd name="connsiteX8" fmla="*/ 1139371 w 2113643"/>
              <a:gd name="connsiteY8" fmla="*/ 350157 h 716643"/>
              <a:gd name="connsiteX9" fmla="*/ 1084944 w 2113643"/>
              <a:gd name="connsiteY9" fmla="*/ 402772 h 716643"/>
              <a:gd name="connsiteX10" fmla="*/ 1059543 w 2113643"/>
              <a:gd name="connsiteY10" fmla="*/ 518886 h 716643"/>
              <a:gd name="connsiteX11" fmla="*/ 1037772 w 2113643"/>
              <a:gd name="connsiteY11" fmla="*/ 567872 h 716643"/>
              <a:gd name="connsiteX12" fmla="*/ 1037772 w 2113643"/>
              <a:gd name="connsiteY12" fmla="*/ 578757 h 716643"/>
              <a:gd name="connsiteX13" fmla="*/ 959757 w 2113643"/>
              <a:gd name="connsiteY13" fmla="*/ 593272 h 716643"/>
              <a:gd name="connsiteX14" fmla="*/ 847272 w 2113643"/>
              <a:gd name="connsiteY14" fmla="*/ 595086 h 716643"/>
              <a:gd name="connsiteX15" fmla="*/ 772886 w 2113643"/>
              <a:gd name="connsiteY15" fmla="*/ 587829 h 716643"/>
              <a:gd name="connsiteX16" fmla="*/ 698500 w 2113643"/>
              <a:gd name="connsiteY16" fmla="*/ 558800 h 716643"/>
              <a:gd name="connsiteX17" fmla="*/ 640443 w 2113643"/>
              <a:gd name="connsiteY17" fmla="*/ 527957 h 716643"/>
              <a:gd name="connsiteX18" fmla="*/ 624114 w 2113643"/>
              <a:gd name="connsiteY18" fmla="*/ 475343 h 716643"/>
              <a:gd name="connsiteX19" fmla="*/ 625929 w 2113643"/>
              <a:gd name="connsiteY19" fmla="*/ 413657 h 716643"/>
              <a:gd name="connsiteX20" fmla="*/ 553357 w 2113643"/>
              <a:gd name="connsiteY20" fmla="*/ 424543 h 716643"/>
              <a:gd name="connsiteX21" fmla="*/ 364672 w 2113643"/>
              <a:gd name="connsiteY21" fmla="*/ 439057 h 716643"/>
              <a:gd name="connsiteX22" fmla="*/ 266700 w 2113643"/>
              <a:gd name="connsiteY22" fmla="*/ 273957 h 716643"/>
              <a:gd name="connsiteX23" fmla="*/ 221343 w 2113643"/>
              <a:gd name="connsiteY23" fmla="*/ 136072 h 716643"/>
              <a:gd name="connsiteX24" fmla="*/ 156029 w 2113643"/>
              <a:gd name="connsiteY24" fmla="*/ 18143 h 716643"/>
              <a:gd name="connsiteX25" fmla="*/ 87086 w 2113643"/>
              <a:gd name="connsiteY25" fmla="*/ 5443 h 716643"/>
              <a:gd name="connsiteX26" fmla="*/ 0 w 2113643"/>
              <a:gd name="connsiteY26" fmla="*/ 0 h 716643"/>
              <a:gd name="connsiteX0" fmla="*/ 0 w 2113643"/>
              <a:gd name="connsiteY0" fmla="*/ 0 h 716643"/>
              <a:gd name="connsiteX1" fmla="*/ 0 w 2113643"/>
              <a:gd name="connsiteY1" fmla="*/ 716643 h 716643"/>
              <a:gd name="connsiteX2" fmla="*/ 2113643 w 2113643"/>
              <a:gd name="connsiteY2" fmla="*/ 716643 h 716643"/>
              <a:gd name="connsiteX3" fmla="*/ 2113643 w 2113643"/>
              <a:gd name="connsiteY3" fmla="*/ 146957 h 716643"/>
              <a:gd name="connsiteX4" fmla="*/ 2021114 w 2113643"/>
              <a:gd name="connsiteY4" fmla="*/ 243114 h 716643"/>
              <a:gd name="connsiteX5" fmla="*/ 1836057 w 2113643"/>
              <a:gd name="connsiteY5" fmla="*/ 232228 h 716643"/>
              <a:gd name="connsiteX6" fmla="*/ 1326243 w 2113643"/>
              <a:gd name="connsiteY6" fmla="*/ 313872 h 716643"/>
              <a:gd name="connsiteX7" fmla="*/ 1144330 w 2113643"/>
              <a:gd name="connsiteY7" fmla="*/ 415396 h 716643"/>
              <a:gd name="connsiteX8" fmla="*/ 1139371 w 2113643"/>
              <a:gd name="connsiteY8" fmla="*/ 350157 h 716643"/>
              <a:gd name="connsiteX9" fmla="*/ 1084944 w 2113643"/>
              <a:gd name="connsiteY9" fmla="*/ 402772 h 716643"/>
              <a:gd name="connsiteX10" fmla="*/ 1059543 w 2113643"/>
              <a:gd name="connsiteY10" fmla="*/ 518886 h 716643"/>
              <a:gd name="connsiteX11" fmla="*/ 1037772 w 2113643"/>
              <a:gd name="connsiteY11" fmla="*/ 567872 h 716643"/>
              <a:gd name="connsiteX12" fmla="*/ 1037772 w 2113643"/>
              <a:gd name="connsiteY12" fmla="*/ 578757 h 716643"/>
              <a:gd name="connsiteX13" fmla="*/ 959757 w 2113643"/>
              <a:gd name="connsiteY13" fmla="*/ 593272 h 716643"/>
              <a:gd name="connsiteX14" fmla="*/ 847272 w 2113643"/>
              <a:gd name="connsiteY14" fmla="*/ 595086 h 716643"/>
              <a:gd name="connsiteX15" fmla="*/ 772886 w 2113643"/>
              <a:gd name="connsiteY15" fmla="*/ 587829 h 716643"/>
              <a:gd name="connsiteX16" fmla="*/ 698500 w 2113643"/>
              <a:gd name="connsiteY16" fmla="*/ 558800 h 716643"/>
              <a:gd name="connsiteX17" fmla="*/ 640443 w 2113643"/>
              <a:gd name="connsiteY17" fmla="*/ 527957 h 716643"/>
              <a:gd name="connsiteX18" fmla="*/ 624114 w 2113643"/>
              <a:gd name="connsiteY18" fmla="*/ 475343 h 716643"/>
              <a:gd name="connsiteX19" fmla="*/ 625929 w 2113643"/>
              <a:gd name="connsiteY19" fmla="*/ 413657 h 716643"/>
              <a:gd name="connsiteX20" fmla="*/ 553357 w 2113643"/>
              <a:gd name="connsiteY20" fmla="*/ 424543 h 716643"/>
              <a:gd name="connsiteX21" fmla="*/ 364672 w 2113643"/>
              <a:gd name="connsiteY21" fmla="*/ 439057 h 716643"/>
              <a:gd name="connsiteX22" fmla="*/ 266700 w 2113643"/>
              <a:gd name="connsiteY22" fmla="*/ 273957 h 716643"/>
              <a:gd name="connsiteX23" fmla="*/ 221343 w 2113643"/>
              <a:gd name="connsiteY23" fmla="*/ 136072 h 716643"/>
              <a:gd name="connsiteX24" fmla="*/ 156029 w 2113643"/>
              <a:gd name="connsiteY24" fmla="*/ 18143 h 716643"/>
              <a:gd name="connsiteX25" fmla="*/ 87086 w 2113643"/>
              <a:gd name="connsiteY25" fmla="*/ 5443 h 716643"/>
              <a:gd name="connsiteX26" fmla="*/ 0 w 2113643"/>
              <a:gd name="connsiteY26" fmla="*/ 0 h 716643"/>
              <a:gd name="connsiteX0" fmla="*/ 0 w 2113643"/>
              <a:gd name="connsiteY0" fmla="*/ 0 h 716643"/>
              <a:gd name="connsiteX1" fmla="*/ 0 w 2113643"/>
              <a:gd name="connsiteY1" fmla="*/ 716643 h 716643"/>
              <a:gd name="connsiteX2" fmla="*/ 2113643 w 2113643"/>
              <a:gd name="connsiteY2" fmla="*/ 716643 h 716643"/>
              <a:gd name="connsiteX3" fmla="*/ 2113643 w 2113643"/>
              <a:gd name="connsiteY3" fmla="*/ 146957 h 716643"/>
              <a:gd name="connsiteX4" fmla="*/ 1961243 w 2113643"/>
              <a:gd name="connsiteY4" fmla="*/ 230414 h 716643"/>
              <a:gd name="connsiteX5" fmla="*/ 1836057 w 2113643"/>
              <a:gd name="connsiteY5" fmla="*/ 232228 h 716643"/>
              <a:gd name="connsiteX6" fmla="*/ 1326243 w 2113643"/>
              <a:gd name="connsiteY6" fmla="*/ 313872 h 716643"/>
              <a:gd name="connsiteX7" fmla="*/ 1144330 w 2113643"/>
              <a:gd name="connsiteY7" fmla="*/ 415396 h 716643"/>
              <a:gd name="connsiteX8" fmla="*/ 1139371 w 2113643"/>
              <a:gd name="connsiteY8" fmla="*/ 350157 h 716643"/>
              <a:gd name="connsiteX9" fmla="*/ 1084944 w 2113643"/>
              <a:gd name="connsiteY9" fmla="*/ 402772 h 716643"/>
              <a:gd name="connsiteX10" fmla="*/ 1059543 w 2113643"/>
              <a:gd name="connsiteY10" fmla="*/ 518886 h 716643"/>
              <a:gd name="connsiteX11" fmla="*/ 1037772 w 2113643"/>
              <a:gd name="connsiteY11" fmla="*/ 567872 h 716643"/>
              <a:gd name="connsiteX12" fmla="*/ 1037772 w 2113643"/>
              <a:gd name="connsiteY12" fmla="*/ 578757 h 716643"/>
              <a:gd name="connsiteX13" fmla="*/ 959757 w 2113643"/>
              <a:gd name="connsiteY13" fmla="*/ 593272 h 716643"/>
              <a:gd name="connsiteX14" fmla="*/ 847272 w 2113643"/>
              <a:gd name="connsiteY14" fmla="*/ 595086 h 716643"/>
              <a:gd name="connsiteX15" fmla="*/ 772886 w 2113643"/>
              <a:gd name="connsiteY15" fmla="*/ 587829 h 716643"/>
              <a:gd name="connsiteX16" fmla="*/ 698500 w 2113643"/>
              <a:gd name="connsiteY16" fmla="*/ 558800 h 716643"/>
              <a:gd name="connsiteX17" fmla="*/ 640443 w 2113643"/>
              <a:gd name="connsiteY17" fmla="*/ 527957 h 716643"/>
              <a:gd name="connsiteX18" fmla="*/ 624114 w 2113643"/>
              <a:gd name="connsiteY18" fmla="*/ 475343 h 716643"/>
              <a:gd name="connsiteX19" fmla="*/ 625929 w 2113643"/>
              <a:gd name="connsiteY19" fmla="*/ 413657 h 716643"/>
              <a:gd name="connsiteX20" fmla="*/ 553357 w 2113643"/>
              <a:gd name="connsiteY20" fmla="*/ 424543 h 716643"/>
              <a:gd name="connsiteX21" fmla="*/ 364672 w 2113643"/>
              <a:gd name="connsiteY21" fmla="*/ 439057 h 716643"/>
              <a:gd name="connsiteX22" fmla="*/ 266700 w 2113643"/>
              <a:gd name="connsiteY22" fmla="*/ 273957 h 716643"/>
              <a:gd name="connsiteX23" fmla="*/ 221343 w 2113643"/>
              <a:gd name="connsiteY23" fmla="*/ 136072 h 716643"/>
              <a:gd name="connsiteX24" fmla="*/ 156029 w 2113643"/>
              <a:gd name="connsiteY24" fmla="*/ 18143 h 716643"/>
              <a:gd name="connsiteX25" fmla="*/ 87086 w 2113643"/>
              <a:gd name="connsiteY25" fmla="*/ 5443 h 716643"/>
              <a:gd name="connsiteX26" fmla="*/ 0 w 2113643"/>
              <a:gd name="connsiteY26" fmla="*/ 0 h 716643"/>
              <a:gd name="connsiteX0" fmla="*/ 0 w 2113643"/>
              <a:gd name="connsiteY0" fmla="*/ 0 h 716643"/>
              <a:gd name="connsiteX1" fmla="*/ 0 w 2113643"/>
              <a:gd name="connsiteY1" fmla="*/ 716643 h 716643"/>
              <a:gd name="connsiteX2" fmla="*/ 2113643 w 2113643"/>
              <a:gd name="connsiteY2" fmla="*/ 716643 h 716643"/>
              <a:gd name="connsiteX3" fmla="*/ 1973943 w 2113643"/>
              <a:gd name="connsiteY3" fmla="*/ 56243 h 716643"/>
              <a:gd name="connsiteX4" fmla="*/ 1961243 w 2113643"/>
              <a:gd name="connsiteY4" fmla="*/ 230414 h 716643"/>
              <a:gd name="connsiteX5" fmla="*/ 1836057 w 2113643"/>
              <a:gd name="connsiteY5" fmla="*/ 232228 h 716643"/>
              <a:gd name="connsiteX6" fmla="*/ 1326243 w 2113643"/>
              <a:gd name="connsiteY6" fmla="*/ 313872 h 716643"/>
              <a:gd name="connsiteX7" fmla="*/ 1144330 w 2113643"/>
              <a:gd name="connsiteY7" fmla="*/ 415396 h 716643"/>
              <a:gd name="connsiteX8" fmla="*/ 1139371 w 2113643"/>
              <a:gd name="connsiteY8" fmla="*/ 350157 h 716643"/>
              <a:gd name="connsiteX9" fmla="*/ 1084944 w 2113643"/>
              <a:gd name="connsiteY9" fmla="*/ 402772 h 716643"/>
              <a:gd name="connsiteX10" fmla="*/ 1059543 w 2113643"/>
              <a:gd name="connsiteY10" fmla="*/ 518886 h 716643"/>
              <a:gd name="connsiteX11" fmla="*/ 1037772 w 2113643"/>
              <a:gd name="connsiteY11" fmla="*/ 567872 h 716643"/>
              <a:gd name="connsiteX12" fmla="*/ 1037772 w 2113643"/>
              <a:gd name="connsiteY12" fmla="*/ 578757 h 716643"/>
              <a:gd name="connsiteX13" fmla="*/ 959757 w 2113643"/>
              <a:gd name="connsiteY13" fmla="*/ 593272 h 716643"/>
              <a:gd name="connsiteX14" fmla="*/ 847272 w 2113643"/>
              <a:gd name="connsiteY14" fmla="*/ 595086 h 716643"/>
              <a:gd name="connsiteX15" fmla="*/ 772886 w 2113643"/>
              <a:gd name="connsiteY15" fmla="*/ 587829 h 716643"/>
              <a:gd name="connsiteX16" fmla="*/ 698500 w 2113643"/>
              <a:gd name="connsiteY16" fmla="*/ 558800 h 716643"/>
              <a:gd name="connsiteX17" fmla="*/ 640443 w 2113643"/>
              <a:gd name="connsiteY17" fmla="*/ 527957 h 716643"/>
              <a:gd name="connsiteX18" fmla="*/ 624114 w 2113643"/>
              <a:gd name="connsiteY18" fmla="*/ 475343 h 716643"/>
              <a:gd name="connsiteX19" fmla="*/ 625929 w 2113643"/>
              <a:gd name="connsiteY19" fmla="*/ 413657 h 716643"/>
              <a:gd name="connsiteX20" fmla="*/ 553357 w 2113643"/>
              <a:gd name="connsiteY20" fmla="*/ 424543 h 716643"/>
              <a:gd name="connsiteX21" fmla="*/ 364672 w 2113643"/>
              <a:gd name="connsiteY21" fmla="*/ 439057 h 716643"/>
              <a:gd name="connsiteX22" fmla="*/ 266700 w 2113643"/>
              <a:gd name="connsiteY22" fmla="*/ 273957 h 716643"/>
              <a:gd name="connsiteX23" fmla="*/ 221343 w 2113643"/>
              <a:gd name="connsiteY23" fmla="*/ 136072 h 716643"/>
              <a:gd name="connsiteX24" fmla="*/ 156029 w 2113643"/>
              <a:gd name="connsiteY24" fmla="*/ 18143 h 716643"/>
              <a:gd name="connsiteX25" fmla="*/ 87086 w 2113643"/>
              <a:gd name="connsiteY25" fmla="*/ 5443 h 716643"/>
              <a:gd name="connsiteX26" fmla="*/ 0 w 2113643"/>
              <a:gd name="connsiteY26" fmla="*/ 0 h 716643"/>
              <a:gd name="connsiteX0" fmla="*/ 0 w 2113643"/>
              <a:gd name="connsiteY0" fmla="*/ 0 h 716643"/>
              <a:gd name="connsiteX1" fmla="*/ 0 w 2113643"/>
              <a:gd name="connsiteY1" fmla="*/ 716643 h 716643"/>
              <a:gd name="connsiteX2" fmla="*/ 2113643 w 2113643"/>
              <a:gd name="connsiteY2" fmla="*/ 716643 h 716643"/>
              <a:gd name="connsiteX3" fmla="*/ 1973943 w 2113643"/>
              <a:gd name="connsiteY3" fmla="*/ 56243 h 716643"/>
              <a:gd name="connsiteX4" fmla="*/ 1969830 w 2113643"/>
              <a:gd name="connsiteY4" fmla="*/ 56168 h 716643"/>
              <a:gd name="connsiteX5" fmla="*/ 1961243 w 2113643"/>
              <a:gd name="connsiteY5" fmla="*/ 230414 h 716643"/>
              <a:gd name="connsiteX6" fmla="*/ 1836057 w 2113643"/>
              <a:gd name="connsiteY6" fmla="*/ 232228 h 716643"/>
              <a:gd name="connsiteX7" fmla="*/ 1326243 w 2113643"/>
              <a:gd name="connsiteY7" fmla="*/ 313872 h 716643"/>
              <a:gd name="connsiteX8" fmla="*/ 1144330 w 2113643"/>
              <a:gd name="connsiteY8" fmla="*/ 415396 h 716643"/>
              <a:gd name="connsiteX9" fmla="*/ 1139371 w 2113643"/>
              <a:gd name="connsiteY9" fmla="*/ 350157 h 716643"/>
              <a:gd name="connsiteX10" fmla="*/ 1084944 w 2113643"/>
              <a:gd name="connsiteY10" fmla="*/ 402772 h 716643"/>
              <a:gd name="connsiteX11" fmla="*/ 1059543 w 2113643"/>
              <a:gd name="connsiteY11" fmla="*/ 518886 h 716643"/>
              <a:gd name="connsiteX12" fmla="*/ 1037772 w 2113643"/>
              <a:gd name="connsiteY12" fmla="*/ 567872 h 716643"/>
              <a:gd name="connsiteX13" fmla="*/ 1037772 w 2113643"/>
              <a:gd name="connsiteY13" fmla="*/ 578757 h 716643"/>
              <a:gd name="connsiteX14" fmla="*/ 959757 w 2113643"/>
              <a:gd name="connsiteY14" fmla="*/ 593272 h 716643"/>
              <a:gd name="connsiteX15" fmla="*/ 847272 w 2113643"/>
              <a:gd name="connsiteY15" fmla="*/ 595086 h 716643"/>
              <a:gd name="connsiteX16" fmla="*/ 772886 w 2113643"/>
              <a:gd name="connsiteY16" fmla="*/ 587829 h 716643"/>
              <a:gd name="connsiteX17" fmla="*/ 698500 w 2113643"/>
              <a:gd name="connsiteY17" fmla="*/ 558800 h 716643"/>
              <a:gd name="connsiteX18" fmla="*/ 640443 w 2113643"/>
              <a:gd name="connsiteY18" fmla="*/ 527957 h 716643"/>
              <a:gd name="connsiteX19" fmla="*/ 624114 w 2113643"/>
              <a:gd name="connsiteY19" fmla="*/ 475343 h 716643"/>
              <a:gd name="connsiteX20" fmla="*/ 625929 w 2113643"/>
              <a:gd name="connsiteY20" fmla="*/ 413657 h 716643"/>
              <a:gd name="connsiteX21" fmla="*/ 553357 w 2113643"/>
              <a:gd name="connsiteY21" fmla="*/ 424543 h 716643"/>
              <a:gd name="connsiteX22" fmla="*/ 364672 w 2113643"/>
              <a:gd name="connsiteY22" fmla="*/ 439057 h 716643"/>
              <a:gd name="connsiteX23" fmla="*/ 266700 w 2113643"/>
              <a:gd name="connsiteY23" fmla="*/ 273957 h 716643"/>
              <a:gd name="connsiteX24" fmla="*/ 221343 w 2113643"/>
              <a:gd name="connsiteY24" fmla="*/ 136072 h 716643"/>
              <a:gd name="connsiteX25" fmla="*/ 156029 w 2113643"/>
              <a:gd name="connsiteY25" fmla="*/ 18143 h 716643"/>
              <a:gd name="connsiteX26" fmla="*/ 87086 w 2113643"/>
              <a:gd name="connsiteY26" fmla="*/ 5443 h 716643"/>
              <a:gd name="connsiteX27" fmla="*/ 0 w 2113643"/>
              <a:gd name="connsiteY27" fmla="*/ 0 h 716643"/>
              <a:gd name="connsiteX0" fmla="*/ 0 w 2113643"/>
              <a:gd name="connsiteY0" fmla="*/ 5518 h 722161"/>
              <a:gd name="connsiteX1" fmla="*/ 0 w 2113643"/>
              <a:gd name="connsiteY1" fmla="*/ 722161 h 722161"/>
              <a:gd name="connsiteX2" fmla="*/ 2113643 w 2113643"/>
              <a:gd name="connsiteY2" fmla="*/ 722161 h 722161"/>
              <a:gd name="connsiteX3" fmla="*/ 1973943 w 2113643"/>
              <a:gd name="connsiteY3" fmla="*/ 61761 h 722161"/>
              <a:gd name="connsiteX4" fmla="*/ 2080501 w 2113643"/>
              <a:gd name="connsiteY4" fmla="*/ 0 h 722161"/>
              <a:gd name="connsiteX5" fmla="*/ 1961243 w 2113643"/>
              <a:gd name="connsiteY5" fmla="*/ 235932 h 722161"/>
              <a:gd name="connsiteX6" fmla="*/ 1836057 w 2113643"/>
              <a:gd name="connsiteY6" fmla="*/ 237746 h 722161"/>
              <a:gd name="connsiteX7" fmla="*/ 1326243 w 2113643"/>
              <a:gd name="connsiteY7" fmla="*/ 319390 h 722161"/>
              <a:gd name="connsiteX8" fmla="*/ 1144330 w 2113643"/>
              <a:gd name="connsiteY8" fmla="*/ 420914 h 722161"/>
              <a:gd name="connsiteX9" fmla="*/ 1139371 w 2113643"/>
              <a:gd name="connsiteY9" fmla="*/ 355675 h 722161"/>
              <a:gd name="connsiteX10" fmla="*/ 1084944 w 2113643"/>
              <a:gd name="connsiteY10" fmla="*/ 408290 h 722161"/>
              <a:gd name="connsiteX11" fmla="*/ 1059543 w 2113643"/>
              <a:gd name="connsiteY11" fmla="*/ 524404 h 722161"/>
              <a:gd name="connsiteX12" fmla="*/ 1037772 w 2113643"/>
              <a:gd name="connsiteY12" fmla="*/ 573390 h 722161"/>
              <a:gd name="connsiteX13" fmla="*/ 1037772 w 2113643"/>
              <a:gd name="connsiteY13" fmla="*/ 584275 h 722161"/>
              <a:gd name="connsiteX14" fmla="*/ 959757 w 2113643"/>
              <a:gd name="connsiteY14" fmla="*/ 598790 h 722161"/>
              <a:gd name="connsiteX15" fmla="*/ 847272 w 2113643"/>
              <a:gd name="connsiteY15" fmla="*/ 600604 h 722161"/>
              <a:gd name="connsiteX16" fmla="*/ 772886 w 2113643"/>
              <a:gd name="connsiteY16" fmla="*/ 593347 h 722161"/>
              <a:gd name="connsiteX17" fmla="*/ 698500 w 2113643"/>
              <a:gd name="connsiteY17" fmla="*/ 564318 h 722161"/>
              <a:gd name="connsiteX18" fmla="*/ 640443 w 2113643"/>
              <a:gd name="connsiteY18" fmla="*/ 533475 h 722161"/>
              <a:gd name="connsiteX19" fmla="*/ 624114 w 2113643"/>
              <a:gd name="connsiteY19" fmla="*/ 480861 h 722161"/>
              <a:gd name="connsiteX20" fmla="*/ 625929 w 2113643"/>
              <a:gd name="connsiteY20" fmla="*/ 419175 h 722161"/>
              <a:gd name="connsiteX21" fmla="*/ 553357 w 2113643"/>
              <a:gd name="connsiteY21" fmla="*/ 430061 h 722161"/>
              <a:gd name="connsiteX22" fmla="*/ 364672 w 2113643"/>
              <a:gd name="connsiteY22" fmla="*/ 444575 h 722161"/>
              <a:gd name="connsiteX23" fmla="*/ 266700 w 2113643"/>
              <a:gd name="connsiteY23" fmla="*/ 279475 h 722161"/>
              <a:gd name="connsiteX24" fmla="*/ 221343 w 2113643"/>
              <a:gd name="connsiteY24" fmla="*/ 141590 h 722161"/>
              <a:gd name="connsiteX25" fmla="*/ 156029 w 2113643"/>
              <a:gd name="connsiteY25" fmla="*/ 23661 h 722161"/>
              <a:gd name="connsiteX26" fmla="*/ 87086 w 2113643"/>
              <a:gd name="connsiteY26" fmla="*/ 10961 h 722161"/>
              <a:gd name="connsiteX27" fmla="*/ 0 w 2113643"/>
              <a:gd name="connsiteY27" fmla="*/ 5518 h 722161"/>
              <a:gd name="connsiteX0" fmla="*/ 0 w 2117271"/>
              <a:gd name="connsiteY0" fmla="*/ 5518 h 722161"/>
              <a:gd name="connsiteX1" fmla="*/ 0 w 2117271"/>
              <a:gd name="connsiteY1" fmla="*/ 722161 h 722161"/>
              <a:gd name="connsiteX2" fmla="*/ 2113643 w 2117271"/>
              <a:gd name="connsiteY2" fmla="*/ 722161 h 722161"/>
              <a:gd name="connsiteX3" fmla="*/ 2117271 w 2117271"/>
              <a:gd name="connsiteY3" fmla="*/ 3704 h 722161"/>
              <a:gd name="connsiteX4" fmla="*/ 2080501 w 2117271"/>
              <a:gd name="connsiteY4" fmla="*/ 0 h 722161"/>
              <a:gd name="connsiteX5" fmla="*/ 1961243 w 2117271"/>
              <a:gd name="connsiteY5" fmla="*/ 235932 h 722161"/>
              <a:gd name="connsiteX6" fmla="*/ 1836057 w 2117271"/>
              <a:gd name="connsiteY6" fmla="*/ 237746 h 722161"/>
              <a:gd name="connsiteX7" fmla="*/ 1326243 w 2117271"/>
              <a:gd name="connsiteY7" fmla="*/ 319390 h 722161"/>
              <a:gd name="connsiteX8" fmla="*/ 1144330 w 2117271"/>
              <a:gd name="connsiteY8" fmla="*/ 420914 h 722161"/>
              <a:gd name="connsiteX9" fmla="*/ 1139371 w 2117271"/>
              <a:gd name="connsiteY9" fmla="*/ 355675 h 722161"/>
              <a:gd name="connsiteX10" fmla="*/ 1084944 w 2117271"/>
              <a:gd name="connsiteY10" fmla="*/ 408290 h 722161"/>
              <a:gd name="connsiteX11" fmla="*/ 1059543 w 2117271"/>
              <a:gd name="connsiteY11" fmla="*/ 524404 h 722161"/>
              <a:gd name="connsiteX12" fmla="*/ 1037772 w 2117271"/>
              <a:gd name="connsiteY12" fmla="*/ 573390 h 722161"/>
              <a:gd name="connsiteX13" fmla="*/ 1037772 w 2117271"/>
              <a:gd name="connsiteY13" fmla="*/ 584275 h 722161"/>
              <a:gd name="connsiteX14" fmla="*/ 959757 w 2117271"/>
              <a:gd name="connsiteY14" fmla="*/ 598790 h 722161"/>
              <a:gd name="connsiteX15" fmla="*/ 847272 w 2117271"/>
              <a:gd name="connsiteY15" fmla="*/ 600604 h 722161"/>
              <a:gd name="connsiteX16" fmla="*/ 772886 w 2117271"/>
              <a:gd name="connsiteY16" fmla="*/ 593347 h 722161"/>
              <a:gd name="connsiteX17" fmla="*/ 698500 w 2117271"/>
              <a:gd name="connsiteY17" fmla="*/ 564318 h 722161"/>
              <a:gd name="connsiteX18" fmla="*/ 640443 w 2117271"/>
              <a:gd name="connsiteY18" fmla="*/ 533475 h 722161"/>
              <a:gd name="connsiteX19" fmla="*/ 624114 w 2117271"/>
              <a:gd name="connsiteY19" fmla="*/ 480861 h 722161"/>
              <a:gd name="connsiteX20" fmla="*/ 625929 w 2117271"/>
              <a:gd name="connsiteY20" fmla="*/ 419175 h 722161"/>
              <a:gd name="connsiteX21" fmla="*/ 553357 w 2117271"/>
              <a:gd name="connsiteY21" fmla="*/ 430061 h 722161"/>
              <a:gd name="connsiteX22" fmla="*/ 364672 w 2117271"/>
              <a:gd name="connsiteY22" fmla="*/ 444575 h 722161"/>
              <a:gd name="connsiteX23" fmla="*/ 266700 w 2117271"/>
              <a:gd name="connsiteY23" fmla="*/ 279475 h 722161"/>
              <a:gd name="connsiteX24" fmla="*/ 221343 w 2117271"/>
              <a:gd name="connsiteY24" fmla="*/ 141590 h 722161"/>
              <a:gd name="connsiteX25" fmla="*/ 156029 w 2117271"/>
              <a:gd name="connsiteY25" fmla="*/ 23661 h 722161"/>
              <a:gd name="connsiteX26" fmla="*/ 87086 w 2117271"/>
              <a:gd name="connsiteY26" fmla="*/ 10961 h 722161"/>
              <a:gd name="connsiteX27" fmla="*/ 0 w 2117271"/>
              <a:gd name="connsiteY27" fmla="*/ 5518 h 722161"/>
              <a:gd name="connsiteX0" fmla="*/ 0 w 2117271"/>
              <a:gd name="connsiteY0" fmla="*/ 1814 h 718457"/>
              <a:gd name="connsiteX1" fmla="*/ 0 w 2117271"/>
              <a:gd name="connsiteY1" fmla="*/ 718457 h 718457"/>
              <a:gd name="connsiteX2" fmla="*/ 2113643 w 2117271"/>
              <a:gd name="connsiteY2" fmla="*/ 718457 h 718457"/>
              <a:gd name="connsiteX3" fmla="*/ 2117271 w 2117271"/>
              <a:gd name="connsiteY3" fmla="*/ 0 h 718457"/>
              <a:gd name="connsiteX4" fmla="*/ 1964387 w 2117271"/>
              <a:gd name="connsiteY4" fmla="*/ 81567 h 718457"/>
              <a:gd name="connsiteX5" fmla="*/ 1961243 w 2117271"/>
              <a:gd name="connsiteY5" fmla="*/ 232228 h 718457"/>
              <a:gd name="connsiteX6" fmla="*/ 1836057 w 2117271"/>
              <a:gd name="connsiteY6" fmla="*/ 234042 h 718457"/>
              <a:gd name="connsiteX7" fmla="*/ 1326243 w 2117271"/>
              <a:gd name="connsiteY7" fmla="*/ 315686 h 718457"/>
              <a:gd name="connsiteX8" fmla="*/ 1144330 w 2117271"/>
              <a:gd name="connsiteY8" fmla="*/ 417210 h 718457"/>
              <a:gd name="connsiteX9" fmla="*/ 1139371 w 2117271"/>
              <a:gd name="connsiteY9" fmla="*/ 351971 h 718457"/>
              <a:gd name="connsiteX10" fmla="*/ 1084944 w 2117271"/>
              <a:gd name="connsiteY10" fmla="*/ 404586 h 718457"/>
              <a:gd name="connsiteX11" fmla="*/ 1059543 w 2117271"/>
              <a:gd name="connsiteY11" fmla="*/ 520700 h 718457"/>
              <a:gd name="connsiteX12" fmla="*/ 1037772 w 2117271"/>
              <a:gd name="connsiteY12" fmla="*/ 569686 h 718457"/>
              <a:gd name="connsiteX13" fmla="*/ 1037772 w 2117271"/>
              <a:gd name="connsiteY13" fmla="*/ 580571 h 718457"/>
              <a:gd name="connsiteX14" fmla="*/ 959757 w 2117271"/>
              <a:gd name="connsiteY14" fmla="*/ 595086 h 718457"/>
              <a:gd name="connsiteX15" fmla="*/ 847272 w 2117271"/>
              <a:gd name="connsiteY15" fmla="*/ 596900 h 718457"/>
              <a:gd name="connsiteX16" fmla="*/ 772886 w 2117271"/>
              <a:gd name="connsiteY16" fmla="*/ 589643 h 718457"/>
              <a:gd name="connsiteX17" fmla="*/ 698500 w 2117271"/>
              <a:gd name="connsiteY17" fmla="*/ 560614 h 718457"/>
              <a:gd name="connsiteX18" fmla="*/ 640443 w 2117271"/>
              <a:gd name="connsiteY18" fmla="*/ 529771 h 718457"/>
              <a:gd name="connsiteX19" fmla="*/ 624114 w 2117271"/>
              <a:gd name="connsiteY19" fmla="*/ 477157 h 718457"/>
              <a:gd name="connsiteX20" fmla="*/ 625929 w 2117271"/>
              <a:gd name="connsiteY20" fmla="*/ 415471 h 718457"/>
              <a:gd name="connsiteX21" fmla="*/ 553357 w 2117271"/>
              <a:gd name="connsiteY21" fmla="*/ 426357 h 718457"/>
              <a:gd name="connsiteX22" fmla="*/ 364672 w 2117271"/>
              <a:gd name="connsiteY22" fmla="*/ 440871 h 718457"/>
              <a:gd name="connsiteX23" fmla="*/ 266700 w 2117271"/>
              <a:gd name="connsiteY23" fmla="*/ 275771 h 718457"/>
              <a:gd name="connsiteX24" fmla="*/ 221343 w 2117271"/>
              <a:gd name="connsiteY24" fmla="*/ 137886 h 718457"/>
              <a:gd name="connsiteX25" fmla="*/ 156029 w 2117271"/>
              <a:gd name="connsiteY25" fmla="*/ 19957 h 718457"/>
              <a:gd name="connsiteX26" fmla="*/ 87086 w 2117271"/>
              <a:gd name="connsiteY26" fmla="*/ 7257 h 718457"/>
              <a:gd name="connsiteX27" fmla="*/ 0 w 2117271"/>
              <a:gd name="connsiteY27" fmla="*/ 1814 h 718457"/>
              <a:gd name="connsiteX0" fmla="*/ 0 w 2117271"/>
              <a:gd name="connsiteY0" fmla="*/ 1814 h 718457"/>
              <a:gd name="connsiteX1" fmla="*/ 0 w 2117271"/>
              <a:gd name="connsiteY1" fmla="*/ 718457 h 718457"/>
              <a:gd name="connsiteX2" fmla="*/ 2113643 w 2117271"/>
              <a:gd name="connsiteY2" fmla="*/ 718457 h 718457"/>
              <a:gd name="connsiteX3" fmla="*/ 2117271 w 2117271"/>
              <a:gd name="connsiteY3" fmla="*/ 0 h 718457"/>
              <a:gd name="connsiteX4" fmla="*/ 1986159 w 2117271"/>
              <a:gd name="connsiteY4" fmla="*/ 43467 h 718457"/>
              <a:gd name="connsiteX5" fmla="*/ 1961243 w 2117271"/>
              <a:gd name="connsiteY5" fmla="*/ 232228 h 718457"/>
              <a:gd name="connsiteX6" fmla="*/ 1836057 w 2117271"/>
              <a:gd name="connsiteY6" fmla="*/ 234042 h 718457"/>
              <a:gd name="connsiteX7" fmla="*/ 1326243 w 2117271"/>
              <a:gd name="connsiteY7" fmla="*/ 315686 h 718457"/>
              <a:gd name="connsiteX8" fmla="*/ 1144330 w 2117271"/>
              <a:gd name="connsiteY8" fmla="*/ 417210 h 718457"/>
              <a:gd name="connsiteX9" fmla="*/ 1139371 w 2117271"/>
              <a:gd name="connsiteY9" fmla="*/ 351971 h 718457"/>
              <a:gd name="connsiteX10" fmla="*/ 1084944 w 2117271"/>
              <a:gd name="connsiteY10" fmla="*/ 404586 h 718457"/>
              <a:gd name="connsiteX11" fmla="*/ 1059543 w 2117271"/>
              <a:gd name="connsiteY11" fmla="*/ 520700 h 718457"/>
              <a:gd name="connsiteX12" fmla="*/ 1037772 w 2117271"/>
              <a:gd name="connsiteY12" fmla="*/ 569686 h 718457"/>
              <a:gd name="connsiteX13" fmla="*/ 1037772 w 2117271"/>
              <a:gd name="connsiteY13" fmla="*/ 580571 h 718457"/>
              <a:gd name="connsiteX14" fmla="*/ 959757 w 2117271"/>
              <a:gd name="connsiteY14" fmla="*/ 595086 h 718457"/>
              <a:gd name="connsiteX15" fmla="*/ 847272 w 2117271"/>
              <a:gd name="connsiteY15" fmla="*/ 596900 h 718457"/>
              <a:gd name="connsiteX16" fmla="*/ 772886 w 2117271"/>
              <a:gd name="connsiteY16" fmla="*/ 589643 h 718457"/>
              <a:gd name="connsiteX17" fmla="*/ 698500 w 2117271"/>
              <a:gd name="connsiteY17" fmla="*/ 560614 h 718457"/>
              <a:gd name="connsiteX18" fmla="*/ 640443 w 2117271"/>
              <a:gd name="connsiteY18" fmla="*/ 529771 h 718457"/>
              <a:gd name="connsiteX19" fmla="*/ 624114 w 2117271"/>
              <a:gd name="connsiteY19" fmla="*/ 477157 h 718457"/>
              <a:gd name="connsiteX20" fmla="*/ 625929 w 2117271"/>
              <a:gd name="connsiteY20" fmla="*/ 415471 h 718457"/>
              <a:gd name="connsiteX21" fmla="*/ 553357 w 2117271"/>
              <a:gd name="connsiteY21" fmla="*/ 426357 h 718457"/>
              <a:gd name="connsiteX22" fmla="*/ 364672 w 2117271"/>
              <a:gd name="connsiteY22" fmla="*/ 440871 h 718457"/>
              <a:gd name="connsiteX23" fmla="*/ 266700 w 2117271"/>
              <a:gd name="connsiteY23" fmla="*/ 275771 h 718457"/>
              <a:gd name="connsiteX24" fmla="*/ 221343 w 2117271"/>
              <a:gd name="connsiteY24" fmla="*/ 137886 h 718457"/>
              <a:gd name="connsiteX25" fmla="*/ 156029 w 2117271"/>
              <a:gd name="connsiteY25" fmla="*/ 19957 h 718457"/>
              <a:gd name="connsiteX26" fmla="*/ 87086 w 2117271"/>
              <a:gd name="connsiteY26" fmla="*/ 7257 h 718457"/>
              <a:gd name="connsiteX27" fmla="*/ 0 w 2117271"/>
              <a:gd name="connsiteY27" fmla="*/ 1814 h 718457"/>
              <a:gd name="connsiteX0" fmla="*/ 0 w 2117271"/>
              <a:gd name="connsiteY0" fmla="*/ 1814 h 718457"/>
              <a:gd name="connsiteX1" fmla="*/ 0 w 2117271"/>
              <a:gd name="connsiteY1" fmla="*/ 718457 h 718457"/>
              <a:gd name="connsiteX2" fmla="*/ 2113643 w 2117271"/>
              <a:gd name="connsiteY2" fmla="*/ 718457 h 718457"/>
              <a:gd name="connsiteX3" fmla="*/ 2117271 w 2117271"/>
              <a:gd name="connsiteY3" fmla="*/ 0 h 718457"/>
              <a:gd name="connsiteX4" fmla="*/ 2065988 w 2117271"/>
              <a:gd name="connsiteY4" fmla="*/ 14439 h 718457"/>
              <a:gd name="connsiteX5" fmla="*/ 1986159 w 2117271"/>
              <a:gd name="connsiteY5" fmla="*/ 43467 h 718457"/>
              <a:gd name="connsiteX6" fmla="*/ 1961243 w 2117271"/>
              <a:gd name="connsiteY6" fmla="*/ 232228 h 718457"/>
              <a:gd name="connsiteX7" fmla="*/ 1836057 w 2117271"/>
              <a:gd name="connsiteY7" fmla="*/ 234042 h 718457"/>
              <a:gd name="connsiteX8" fmla="*/ 1326243 w 2117271"/>
              <a:gd name="connsiteY8" fmla="*/ 315686 h 718457"/>
              <a:gd name="connsiteX9" fmla="*/ 1144330 w 2117271"/>
              <a:gd name="connsiteY9" fmla="*/ 417210 h 718457"/>
              <a:gd name="connsiteX10" fmla="*/ 1139371 w 2117271"/>
              <a:gd name="connsiteY10" fmla="*/ 351971 h 718457"/>
              <a:gd name="connsiteX11" fmla="*/ 1084944 w 2117271"/>
              <a:gd name="connsiteY11" fmla="*/ 404586 h 718457"/>
              <a:gd name="connsiteX12" fmla="*/ 1059543 w 2117271"/>
              <a:gd name="connsiteY12" fmla="*/ 520700 h 718457"/>
              <a:gd name="connsiteX13" fmla="*/ 1037772 w 2117271"/>
              <a:gd name="connsiteY13" fmla="*/ 569686 h 718457"/>
              <a:gd name="connsiteX14" fmla="*/ 1037772 w 2117271"/>
              <a:gd name="connsiteY14" fmla="*/ 580571 h 718457"/>
              <a:gd name="connsiteX15" fmla="*/ 959757 w 2117271"/>
              <a:gd name="connsiteY15" fmla="*/ 595086 h 718457"/>
              <a:gd name="connsiteX16" fmla="*/ 847272 w 2117271"/>
              <a:gd name="connsiteY16" fmla="*/ 596900 h 718457"/>
              <a:gd name="connsiteX17" fmla="*/ 772886 w 2117271"/>
              <a:gd name="connsiteY17" fmla="*/ 589643 h 718457"/>
              <a:gd name="connsiteX18" fmla="*/ 698500 w 2117271"/>
              <a:gd name="connsiteY18" fmla="*/ 560614 h 718457"/>
              <a:gd name="connsiteX19" fmla="*/ 640443 w 2117271"/>
              <a:gd name="connsiteY19" fmla="*/ 529771 h 718457"/>
              <a:gd name="connsiteX20" fmla="*/ 624114 w 2117271"/>
              <a:gd name="connsiteY20" fmla="*/ 477157 h 718457"/>
              <a:gd name="connsiteX21" fmla="*/ 625929 w 2117271"/>
              <a:gd name="connsiteY21" fmla="*/ 415471 h 718457"/>
              <a:gd name="connsiteX22" fmla="*/ 553357 w 2117271"/>
              <a:gd name="connsiteY22" fmla="*/ 426357 h 718457"/>
              <a:gd name="connsiteX23" fmla="*/ 364672 w 2117271"/>
              <a:gd name="connsiteY23" fmla="*/ 440871 h 718457"/>
              <a:gd name="connsiteX24" fmla="*/ 266700 w 2117271"/>
              <a:gd name="connsiteY24" fmla="*/ 275771 h 718457"/>
              <a:gd name="connsiteX25" fmla="*/ 221343 w 2117271"/>
              <a:gd name="connsiteY25" fmla="*/ 137886 h 718457"/>
              <a:gd name="connsiteX26" fmla="*/ 156029 w 2117271"/>
              <a:gd name="connsiteY26" fmla="*/ 19957 h 718457"/>
              <a:gd name="connsiteX27" fmla="*/ 87086 w 2117271"/>
              <a:gd name="connsiteY27" fmla="*/ 7257 h 718457"/>
              <a:gd name="connsiteX28" fmla="*/ 0 w 2117271"/>
              <a:gd name="connsiteY28" fmla="*/ 1814 h 718457"/>
              <a:gd name="connsiteX0" fmla="*/ 0 w 2117271"/>
              <a:gd name="connsiteY0" fmla="*/ 1814 h 718457"/>
              <a:gd name="connsiteX1" fmla="*/ 0 w 2117271"/>
              <a:gd name="connsiteY1" fmla="*/ 718457 h 718457"/>
              <a:gd name="connsiteX2" fmla="*/ 2113643 w 2117271"/>
              <a:gd name="connsiteY2" fmla="*/ 718457 h 718457"/>
              <a:gd name="connsiteX3" fmla="*/ 2117271 w 2117271"/>
              <a:gd name="connsiteY3" fmla="*/ 0 h 718457"/>
              <a:gd name="connsiteX4" fmla="*/ 2038774 w 2117271"/>
              <a:gd name="connsiteY4" fmla="*/ 1739 h 718457"/>
              <a:gd name="connsiteX5" fmla="*/ 1986159 w 2117271"/>
              <a:gd name="connsiteY5" fmla="*/ 43467 h 718457"/>
              <a:gd name="connsiteX6" fmla="*/ 1961243 w 2117271"/>
              <a:gd name="connsiteY6" fmla="*/ 232228 h 718457"/>
              <a:gd name="connsiteX7" fmla="*/ 1836057 w 2117271"/>
              <a:gd name="connsiteY7" fmla="*/ 234042 h 718457"/>
              <a:gd name="connsiteX8" fmla="*/ 1326243 w 2117271"/>
              <a:gd name="connsiteY8" fmla="*/ 315686 h 718457"/>
              <a:gd name="connsiteX9" fmla="*/ 1144330 w 2117271"/>
              <a:gd name="connsiteY9" fmla="*/ 417210 h 718457"/>
              <a:gd name="connsiteX10" fmla="*/ 1139371 w 2117271"/>
              <a:gd name="connsiteY10" fmla="*/ 351971 h 718457"/>
              <a:gd name="connsiteX11" fmla="*/ 1084944 w 2117271"/>
              <a:gd name="connsiteY11" fmla="*/ 404586 h 718457"/>
              <a:gd name="connsiteX12" fmla="*/ 1059543 w 2117271"/>
              <a:gd name="connsiteY12" fmla="*/ 520700 h 718457"/>
              <a:gd name="connsiteX13" fmla="*/ 1037772 w 2117271"/>
              <a:gd name="connsiteY13" fmla="*/ 569686 h 718457"/>
              <a:gd name="connsiteX14" fmla="*/ 1037772 w 2117271"/>
              <a:gd name="connsiteY14" fmla="*/ 580571 h 718457"/>
              <a:gd name="connsiteX15" fmla="*/ 959757 w 2117271"/>
              <a:gd name="connsiteY15" fmla="*/ 595086 h 718457"/>
              <a:gd name="connsiteX16" fmla="*/ 847272 w 2117271"/>
              <a:gd name="connsiteY16" fmla="*/ 596900 h 718457"/>
              <a:gd name="connsiteX17" fmla="*/ 772886 w 2117271"/>
              <a:gd name="connsiteY17" fmla="*/ 589643 h 718457"/>
              <a:gd name="connsiteX18" fmla="*/ 698500 w 2117271"/>
              <a:gd name="connsiteY18" fmla="*/ 560614 h 718457"/>
              <a:gd name="connsiteX19" fmla="*/ 640443 w 2117271"/>
              <a:gd name="connsiteY19" fmla="*/ 529771 h 718457"/>
              <a:gd name="connsiteX20" fmla="*/ 624114 w 2117271"/>
              <a:gd name="connsiteY20" fmla="*/ 477157 h 718457"/>
              <a:gd name="connsiteX21" fmla="*/ 625929 w 2117271"/>
              <a:gd name="connsiteY21" fmla="*/ 415471 h 718457"/>
              <a:gd name="connsiteX22" fmla="*/ 553357 w 2117271"/>
              <a:gd name="connsiteY22" fmla="*/ 426357 h 718457"/>
              <a:gd name="connsiteX23" fmla="*/ 364672 w 2117271"/>
              <a:gd name="connsiteY23" fmla="*/ 440871 h 718457"/>
              <a:gd name="connsiteX24" fmla="*/ 266700 w 2117271"/>
              <a:gd name="connsiteY24" fmla="*/ 275771 h 718457"/>
              <a:gd name="connsiteX25" fmla="*/ 221343 w 2117271"/>
              <a:gd name="connsiteY25" fmla="*/ 137886 h 718457"/>
              <a:gd name="connsiteX26" fmla="*/ 156029 w 2117271"/>
              <a:gd name="connsiteY26" fmla="*/ 19957 h 718457"/>
              <a:gd name="connsiteX27" fmla="*/ 87086 w 2117271"/>
              <a:gd name="connsiteY27" fmla="*/ 7257 h 718457"/>
              <a:gd name="connsiteX28" fmla="*/ 0 w 2117271"/>
              <a:gd name="connsiteY28" fmla="*/ 1814 h 718457"/>
              <a:gd name="connsiteX0" fmla="*/ 0 w 2117271"/>
              <a:gd name="connsiteY0" fmla="*/ 23585 h 740228"/>
              <a:gd name="connsiteX1" fmla="*/ 0 w 2117271"/>
              <a:gd name="connsiteY1" fmla="*/ 740228 h 740228"/>
              <a:gd name="connsiteX2" fmla="*/ 2113643 w 2117271"/>
              <a:gd name="connsiteY2" fmla="*/ 740228 h 740228"/>
              <a:gd name="connsiteX3" fmla="*/ 2117271 w 2117271"/>
              <a:gd name="connsiteY3" fmla="*/ 0 h 740228"/>
              <a:gd name="connsiteX4" fmla="*/ 2038774 w 2117271"/>
              <a:gd name="connsiteY4" fmla="*/ 23510 h 740228"/>
              <a:gd name="connsiteX5" fmla="*/ 1986159 w 2117271"/>
              <a:gd name="connsiteY5" fmla="*/ 65238 h 740228"/>
              <a:gd name="connsiteX6" fmla="*/ 1961243 w 2117271"/>
              <a:gd name="connsiteY6" fmla="*/ 253999 h 740228"/>
              <a:gd name="connsiteX7" fmla="*/ 1836057 w 2117271"/>
              <a:gd name="connsiteY7" fmla="*/ 255813 h 740228"/>
              <a:gd name="connsiteX8" fmla="*/ 1326243 w 2117271"/>
              <a:gd name="connsiteY8" fmla="*/ 337457 h 740228"/>
              <a:gd name="connsiteX9" fmla="*/ 1144330 w 2117271"/>
              <a:gd name="connsiteY9" fmla="*/ 438981 h 740228"/>
              <a:gd name="connsiteX10" fmla="*/ 1139371 w 2117271"/>
              <a:gd name="connsiteY10" fmla="*/ 373742 h 740228"/>
              <a:gd name="connsiteX11" fmla="*/ 1084944 w 2117271"/>
              <a:gd name="connsiteY11" fmla="*/ 426357 h 740228"/>
              <a:gd name="connsiteX12" fmla="*/ 1059543 w 2117271"/>
              <a:gd name="connsiteY12" fmla="*/ 542471 h 740228"/>
              <a:gd name="connsiteX13" fmla="*/ 1037772 w 2117271"/>
              <a:gd name="connsiteY13" fmla="*/ 591457 h 740228"/>
              <a:gd name="connsiteX14" fmla="*/ 1037772 w 2117271"/>
              <a:gd name="connsiteY14" fmla="*/ 602342 h 740228"/>
              <a:gd name="connsiteX15" fmla="*/ 959757 w 2117271"/>
              <a:gd name="connsiteY15" fmla="*/ 616857 h 740228"/>
              <a:gd name="connsiteX16" fmla="*/ 847272 w 2117271"/>
              <a:gd name="connsiteY16" fmla="*/ 618671 h 740228"/>
              <a:gd name="connsiteX17" fmla="*/ 772886 w 2117271"/>
              <a:gd name="connsiteY17" fmla="*/ 611414 h 740228"/>
              <a:gd name="connsiteX18" fmla="*/ 698500 w 2117271"/>
              <a:gd name="connsiteY18" fmla="*/ 582385 h 740228"/>
              <a:gd name="connsiteX19" fmla="*/ 640443 w 2117271"/>
              <a:gd name="connsiteY19" fmla="*/ 551542 h 740228"/>
              <a:gd name="connsiteX20" fmla="*/ 624114 w 2117271"/>
              <a:gd name="connsiteY20" fmla="*/ 498928 h 740228"/>
              <a:gd name="connsiteX21" fmla="*/ 625929 w 2117271"/>
              <a:gd name="connsiteY21" fmla="*/ 437242 h 740228"/>
              <a:gd name="connsiteX22" fmla="*/ 553357 w 2117271"/>
              <a:gd name="connsiteY22" fmla="*/ 448128 h 740228"/>
              <a:gd name="connsiteX23" fmla="*/ 364672 w 2117271"/>
              <a:gd name="connsiteY23" fmla="*/ 462642 h 740228"/>
              <a:gd name="connsiteX24" fmla="*/ 266700 w 2117271"/>
              <a:gd name="connsiteY24" fmla="*/ 297542 h 740228"/>
              <a:gd name="connsiteX25" fmla="*/ 221343 w 2117271"/>
              <a:gd name="connsiteY25" fmla="*/ 159657 h 740228"/>
              <a:gd name="connsiteX26" fmla="*/ 156029 w 2117271"/>
              <a:gd name="connsiteY26" fmla="*/ 41728 h 740228"/>
              <a:gd name="connsiteX27" fmla="*/ 87086 w 2117271"/>
              <a:gd name="connsiteY27" fmla="*/ 29028 h 740228"/>
              <a:gd name="connsiteX28" fmla="*/ 0 w 2117271"/>
              <a:gd name="connsiteY28" fmla="*/ 23585 h 740228"/>
              <a:gd name="connsiteX0" fmla="*/ 0 w 2117271"/>
              <a:gd name="connsiteY0" fmla="*/ 23585 h 740228"/>
              <a:gd name="connsiteX1" fmla="*/ 0 w 2117271"/>
              <a:gd name="connsiteY1" fmla="*/ 740228 h 740228"/>
              <a:gd name="connsiteX2" fmla="*/ 2113643 w 2117271"/>
              <a:gd name="connsiteY2" fmla="*/ 740228 h 740228"/>
              <a:gd name="connsiteX3" fmla="*/ 2117271 w 2117271"/>
              <a:gd name="connsiteY3" fmla="*/ 0 h 740228"/>
              <a:gd name="connsiteX4" fmla="*/ 2038774 w 2117271"/>
              <a:gd name="connsiteY4" fmla="*/ 23510 h 740228"/>
              <a:gd name="connsiteX5" fmla="*/ 1986159 w 2117271"/>
              <a:gd name="connsiteY5" fmla="*/ 65238 h 740228"/>
              <a:gd name="connsiteX6" fmla="*/ 1961243 w 2117271"/>
              <a:gd name="connsiteY6" fmla="*/ 253999 h 740228"/>
              <a:gd name="connsiteX7" fmla="*/ 1836057 w 2117271"/>
              <a:gd name="connsiteY7" fmla="*/ 255813 h 740228"/>
              <a:gd name="connsiteX8" fmla="*/ 1669143 w 2117271"/>
              <a:gd name="connsiteY8" fmla="*/ 306614 h 740228"/>
              <a:gd name="connsiteX9" fmla="*/ 1144330 w 2117271"/>
              <a:gd name="connsiteY9" fmla="*/ 438981 h 740228"/>
              <a:gd name="connsiteX10" fmla="*/ 1139371 w 2117271"/>
              <a:gd name="connsiteY10" fmla="*/ 373742 h 740228"/>
              <a:gd name="connsiteX11" fmla="*/ 1084944 w 2117271"/>
              <a:gd name="connsiteY11" fmla="*/ 426357 h 740228"/>
              <a:gd name="connsiteX12" fmla="*/ 1059543 w 2117271"/>
              <a:gd name="connsiteY12" fmla="*/ 542471 h 740228"/>
              <a:gd name="connsiteX13" fmla="*/ 1037772 w 2117271"/>
              <a:gd name="connsiteY13" fmla="*/ 591457 h 740228"/>
              <a:gd name="connsiteX14" fmla="*/ 1037772 w 2117271"/>
              <a:gd name="connsiteY14" fmla="*/ 602342 h 740228"/>
              <a:gd name="connsiteX15" fmla="*/ 959757 w 2117271"/>
              <a:gd name="connsiteY15" fmla="*/ 616857 h 740228"/>
              <a:gd name="connsiteX16" fmla="*/ 847272 w 2117271"/>
              <a:gd name="connsiteY16" fmla="*/ 618671 h 740228"/>
              <a:gd name="connsiteX17" fmla="*/ 772886 w 2117271"/>
              <a:gd name="connsiteY17" fmla="*/ 611414 h 740228"/>
              <a:gd name="connsiteX18" fmla="*/ 698500 w 2117271"/>
              <a:gd name="connsiteY18" fmla="*/ 582385 h 740228"/>
              <a:gd name="connsiteX19" fmla="*/ 640443 w 2117271"/>
              <a:gd name="connsiteY19" fmla="*/ 551542 h 740228"/>
              <a:gd name="connsiteX20" fmla="*/ 624114 w 2117271"/>
              <a:gd name="connsiteY20" fmla="*/ 498928 h 740228"/>
              <a:gd name="connsiteX21" fmla="*/ 625929 w 2117271"/>
              <a:gd name="connsiteY21" fmla="*/ 437242 h 740228"/>
              <a:gd name="connsiteX22" fmla="*/ 553357 w 2117271"/>
              <a:gd name="connsiteY22" fmla="*/ 448128 h 740228"/>
              <a:gd name="connsiteX23" fmla="*/ 364672 w 2117271"/>
              <a:gd name="connsiteY23" fmla="*/ 462642 h 740228"/>
              <a:gd name="connsiteX24" fmla="*/ 266700 w 2117271"/>
              <a:gd name="connsiteY24" fmla="*/ 297542 h 740228"/>
              <a:gd name="connsiteX25" fmla="*/ 221343 w 2117271"/>
              <a:gd name="connsiteY25" fmla="*/ 159657 h 740228"/>
              <a:gd name="connsiteX26" fmla="*/ 156029 w 2117271"/>
              <a:gd name="connsiteY26" fmla="*/ 41728 h 740228"/>
              <a:gd name="connsiteX27" fmla="*/ 87086 w 2117271"/>
              <a:gd name="connsiteY27" fmla="*/ 29028 h 740228"/>
              <a:gd name="connsiteX28" fmla="*/ 0 w 2117271"/>
              <a:gd name="connsiteY28" fmla="*/ 23585 h 740228"/>
              <a:gd name="connsiteX0" fmla="*/ 0 w 2117271"/>
              <a:gd name="connsiteY0" fmla="*/ 23585 h 740228"/>
              <a:gd name="connsiteX1" fmla="*/ 0 w 2117271"/>
              <a:gd name="connsiteY1" fmla="*/ 740228 h 740228"/>
              <a:gd name="connsiteX2" fmla="*/ 2113643 w 2117271"/>
              <a:gd name="connsiteY2" fmla="*/ 740228 h 740228"/>
              <a:gd name="connsiteX3" fmla="*/ 2117271 w 2117271"/>
              <a:gd name="connsiteY3" fmla="*/ 0 h 740228"/>
              <a:gd name="connsiteX4" fmla="*/ 2038774 w 2117271"/>
              <a:gd name="connsiteY4" fmla="*/ 23510 h 740228"/>
              <a:gd name="connsiteX5" fmla="*/ 1986159 w 2117271"/>
              <a:gd name="connsiteY5" fmla="*/ 65238 h 740228"/>
              <a:gd name="connsiteX6" fmla="*/ 1961243 w 2117271"/>
              <a:gd name="connsiteY6" fmla="*/ 253999 h 740228"/>
              <a:gd name="connsiteX7" fmla="*/ 1836057 w 2117271"/>
              <a:gd name="connsiteY7" fmla="*/ 255813 h 740228"/>
              <a:gd name="connsiteX8" fmla="*/ 1669143 w 2117271"/>
              <a:gd name="connsiteY8" fmla="*/ 306614 h 740228"/>
              <a:gd name="connsiteX9" fmla="*/ 1572502 w 2117271"/>
              <a:gd name="connsiteY9" fmla="*/ 362781 h 740228"/>
              <a:gd name="connsiteX10" fmla="*/ 1139371 w 2117271"/>
              <a:gd name="connsiteY10" fmla="*/ 373742 h 740228"/>
              <a:gd name="connsiteX11" fmla="*/ 1084944 w 2117271"/>
              <a:gd name="connsiteY11" fmla="*/ 426357 h 740228"/>
              <a:gd name="connsiteX12" fmla="*/ 1059543 w 2117271"/>
              <a:gd name="connsiteY12" fmla="*/ 542471 h 740228"/>
              <a:gd name="connsiteX13" fmla="*/ 1037772 w 2117271"/>
              <a:gd name="connsiteY13" fmla="*/ 591457 h 740228"/>
              <a:gd name="connsiteX14" fmla="*/ 1037772 w 2117271"/>
              <a:gd name="connsiteY14" fmla="*/ 602342 h 740228"/>
              <a:gd name="connsiteX15" fmla="*/ 959757 w 2117271"/>
              <a:gd name="connsiteY15" fmla="*/ 616857 h 740228"/>
              <a:gd name="connsiteX16" fmla="*/ 847272 w 2117271"/>
              <a:gd name="connsiteY16" fmla="*/ 618671 h 740228"/>
              <a:gd name="connsiteX17" fmla="*/ 772886 w 2117271"/>
              <a:gd name="connsiteY17" fmla="*/ 611414 h 740228"/>
              <a:gd name="connsiteX18" fmla="*/ 698500 w 2117271"/>
              <a:gd name="connsiteY18" fmla="*/ 582385 h 740228"/>
              <a:gd name="connsiteX19" fmla="*/ 640443 w 2117271"/>
              <a:gd name="connsiteY19" fmla="*/ 551542 h 740228"/>
              <a:gd name="connsiteX20" fmla="*/ 624114 w 2117271"/>
              <a:gd name="connsiteY20" fmla="*/ 498928 h 740228"/>
              <a:gd name="connsiteX21" fmla="*/ 625929 w 2117271"/>
              <a:gd name="connsiteY21" fmla="*/ 437242 h 740228"/>
              <a:gd name="connsiteX22" fmla="*/ 553357 w 2117271"/>
              <a:gd name="connsiteY22" fmla="*/ 448128 h 740228"/>
              <a:gd name="connsiteX23" fmla="*/ 364672 w 2117271"/>
              <a:gd name="connsiteY23" fmla="*/ 462642 h 740228"/>
              <a:gd name="connsiteX24" fmla="*/ 266700 w 2117271"/>
              <a:gd name="connsiteY24" fmla="*/ 297542 h 740228"/>
              <a:gd name="connsiteX25" fmla="*/ 221343 w 2117271"/>
              <a:gd name="connsiteY25" fmla="*/ 159657 h 740228"/>
              <a:gd name="connsiteX26" fmla="*/ 156029 w 2117271"/>
              <a:gd name="connsiteY26" fmla="*/ 41728 h 740228"/>
              <a:gd name="connsiteX27" fmla="*/ 87086 w 2117271"/>
              <a:gd name="connsiteY27" fmla="*/ 29028 h 740228"/>
              <a:gd name="connsiteX28" fmla="*/ 0 w 2117271"/>
              <a:gd name="connsiteY28" fmla="*/ 23585 h 740228"/>
              <a:gd name="connsiteX0" fmla="*/ 0 w 2117271"/>
              <a:gd name="connsiteY0" fmla="*/ 23585 h 740228"/>
              <a:gd name="connsiteX1" fmla="*/ 0 w 2117271"/>
              <a:gd name="connsiteY1" fmla="*/ 740228 h 740228"/>
              <a:gd name="connsiteX2" fmla="*/ 2113643 w 2117271"/>
              <a:gd name="connsiteY2" fmla="*/ 740228 h 740228"/>
              <a:gd name="connsiteX3" fmla="*/ 2117271 w 2117271"/>
              <a:gd name="connsiteY3" fmla="*/ 0 h 740228"/>
              <a:gd name="connsiteX4" fmla="*/ 2038774 w 2117271"/>
              <a:gd name="connsiteY4" fmla="*/ 23510 h 740228"/>
              <a:gd name="connsiteX5" fmla="*/ 1986159 w 2117271"/>
              <a:gd name="connsiteY5" fmla="*/ 65238 h 740228"/>
              <a:gd name="connsiteX6" fmla="*/ 1961243 w 2117271"/>
              <a:gd name="connsiteY6" fmla="*/ 253999 h 740228"/>
              <a:gd name="connsiteX7" fmla="*/ 1836057 w 2117271"/>
              <a:gd name="connsiteY7" fmla="*/ 255813 h 740228"/>
              <a:gd name="connsiteX8" fmla="*/ 1669143 w 2117271"/>
              <a:gd name="connsiteY8" fmla="*/ 306614 h 740228"/>
              <a:gd name="connsiteX9" fmla="*/ 1572502 w 2117271"/>
              <a:gd name="connsiteY9" fmla="*/ 362781 h 740228"/>
              <a:gd name="connsiteX10" fmla="*/ 1418771 w 2117271"/>
              <a:gd name="connsiteY10" fmla="*/ 395514 h 740228"/>
              <a:gd name="connsiteX11" fmla="*/ 1084944 w 2117271"/>
              <a:gd name="connsiteY11" fmla="*/ 426357 h 740228"/>
              <a:gd name="connsiteX12" fmla="*/ 1059543 w 2117271"/>
              <a:gd name="connsiteY12" fmla="*/ 542471 h 740228"/>
              <a:gd name="connsiteX13" fmla="*/ 1037772 w 2117271"/>
              <a:gd name="connsiteY13" fmla="*/ 591457 h 740228"/>
              <a:gd name="connsiteX14" fmla="*/ 1037772 w 2117271"/>
              <a:gd name="connsiteY14" fmla="*/ 602342 h 740228"/>
              <a:gd name="connsiteX15" fmla="*/ 959757 w 2117271"/>
              <a:gd name="connsiteY15" fmla="*/ 616857 h 740228"/>
              <a:gd name="connsiteX16" fmla="*/ 847272 w 2117271"/>
              <a:gd name="connsiteY16" fmla="*/ 618671 h 740228"/>
              <a:gd name="connsiteX17" fmla="*/ 772886 w 2117271"/>
              <a:gd name="connsiteY17" fmla="*/ 611414 h 740228"/>
              <a:gd name="connsiteX18" fmla="*/ 698500 w 2117271"/>
              <a:gd name="connsiteY18" fmla="*/ 582385 h 740228"/>
              <a:gd name="connsiteX19" fmla="*/ 640443 w 2117271"/>
              <a:gd name="connsiteY19" fmla="*/ 551542 h 740228"/>
              <a:gd name="connsiteX20" fmla="*/ 624114 w 2117271"/>
              <a:gd name="connsiteY20" fmla="*/ 498928 h 740228"/>
              <a:gd name="connsiteX21" fmla="*/ 625929 w 2117271"/>
              <a:gd name="connsiteY21" fmla="*/ 437242 h 740228"/>
              <a:gd name="connsiteX22" fmla="*/ 553357 w 2117271"/>
              <a:gd name="connsiteY22" fmla="*/ 448128 h 740228"/>
              <a:gd name="connsiteX23" fmla="*/ 364672 w 2117271"/>
              <a:gd name="connsiteY23" fmla="*/ 462642 h 740228"/>
              <a:gd name="connsiteX24" fmla="*/ 266700 w 2117271"/>
              <a:gd name="connsiteY24" fmla="*/ 297542 h 740228"/>
              <a:gd name="connsiteX25" fmla="*/ 221343 w 2117271"/>
              <a:gd name="connsiteY25" fmla="*/ 159657 h 740228"/>
              <a:gd name="connsiteX26" fmla="*/ 156029 w 2117271"/>
              <a:gd name="connsiteY26" fmla="*/ 41728 h 740228"/>
              <a:gd name="connsiteX27" fmla="*/ 87086 w 2117271"/>
              <a:gd name="connsiteY27" fmla="*/ 29028 h 740228"/>
              <a:gd name="connsiteX28" fmla="*/ 0 w 2117271"/>
              <a:gd name="connsiteY28" fmla="*/ 23585 h 740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2117271" h="740228">
                <a:moveTo>
                  <a:pt x="0" y="23585"/>
                </a:moveTo>
                <a:lnTo>
                  <a:pt x="0" y="740228"/>
                </a:lnTo>
                <a:lnTo>
                  <a:pt x="2113643" y="740228"/>
                </a:lnTo>
                <a:cubicBezTo>
                  <a:pt x="2114852" y="500742"/>
                  <a:pt x="2116062" y="239486"/>
                  <a:pt x="2117271" y="0"/>
                </a:cubicBezTo>
                <a:lnTo>
                  <a:pt x="2038774" y="23510"/>
                </a:lnTo>
                <a:lnTo>
                  <a:pt x="1986159" y="65238"/>
                </a:lnTo>
                <a:lnTo>
                  <a:pt x="1961243" y="253999"/>
                </a:lnTo>
                <a:lnTo>
                  <a:pt x="1836057" y="255813"/>
                </a:lnTo>
                <a:lnTo>
                  <a:pt x="1669143" y="306614"/>
                </a:lnTo>
                <a:cubicBezTo>
                  <a:pt x="1650234" y="307193"/>
                  <a:pt x="1591411" y="362202"/>
                  <a:pt x="1572502" y="362781"/>
                </a:cubicBezTo>
                <a:lnTo>
                  <a:pt x="1418771" y="395514"/>
                </a:lnTo>
                <a:lnTo>
                  <a:pt x="1084944" y="426357"/>
                </a:lnTo>
                <a:lnTo>
                  <a:pt x="1059543" y="542471"/>
                </a:lnTo>
                <a:lnTo>
                  <a:pt x="1037772" y="591457"/>
                </a:lnTo>
                <a:lnTo>
                  <a:pt x="1037772" y="602342"/>
                </a:lnTo>
                <a:lnTo>
                  <a:pt x="959757" y="616857"/>
                </a:lnTo>
                <a:lnTo>
                  <a:pt x="847272" y="618671"/>
                </a:lnTo>
                <a:lnTo>
                  <a:pt x="772886" y="611414"/>
                </a:lnTo>
                <a:lnTo>
                  <a:pt x="698500" y="582385"/>
                </a:lnTo>
                <a:lnTo>
                  <a:pt x="640443" y="551542"/>
                </a:lnTo>
                <a:lnTo>
                  <a:pt x="624114" y="498928"/>
                </a:lnTo>
                <a:lnTo>
                  <a:pt x="625929" y="437242"/>
                </a:lnTo>
                <a:lnTo>
                  <a:pt x="553357" y="448128"/>
                </a:lnTo>
                <a:lnTo>
                  <a:pt x="364672" y="462642"/>
                </a:lnTo>
                <a:lnTo>
                  <a:pt x="266700" y="297542"/>
                </a:lnTo>
                <a:lnTo>
                  <a:pt x="221343" y="159657"/>
                </a:lnTo>
                <a:lnTo>
                  <a:pt x="156029" y="41728"/>
                </a:lnTo>
                <a:lnTo>
                  <a:pt x="87086" y="29028"/>
                </a:lnTo>
                <a:lnTo>
                  <a:pt x="0" y="23585"/>
                </a:lnTo>
                <a:close/>
              </a:path>
            </a:pathLst>
          </a:custGeom>
          <a:solidFill>
            <a:srgbClr val="DCE3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9A67772-FD77-352F-7FC5-F5BE8FB4A4E6}"/>
              </a:ext>
            </a:extLst>
          </p:cNvPr>
          <p:cNvSpPr/>
          <p:nvPr/>
        </p:nvSpPr>
        <p:spPr>
          <a:xfrm>
            <a:off x="3454127" y="2097923"/>
            <a:ext cx="1051861" cy="488106"/>
          </a:xfrm>
          <a:custGeom>
            <a:avLst/>
            <a:gdLst>
              <a:gd name="connsiteX0" fmla="*/ 0 w 2068497"/>
              <a:gd name="connsiteY0" fmla="*/ 821185 h 825624"/>
              <a:gd name="connsiteX1" fmla="*/ 124288 w 2068497"/>
              <a:gd name="connsiteY1" fmla="*/ 656948 h 825624"/>
              <a:gd name="connsiteX2" fmla="*/ 275208 w 2068497"/>
              <a:gd name="connsiteY2" fmla="*/ 483833 h 825624"/>
              <a:gd name="connsiteX3" fmla="*/ 403934 w 2068497"/>
              <a:gd name="connsiteY3" fmla="*/ 328474 h 825624"/>
              <a:gd name="connsiteX4" fmla="*/ 537099 w 2068497"/>
              <a:gd name="connsiteY4" fmla="*/ 195309 h 825624"/>
              <a:gd name="connsiteX5" fmla="*/ 683581 w 2068497"/>
              <a:gd name="connsiteY5" fmla="*/ 115410 h 825624"/>
              <a:gd name="connsiteX6" fmla="*/ 887767 w 2068497"/>
              <a:gd name="connsiteY6" fmla="*/ 26633 h 825624"/>
              <a:gd name="connsiteX7" fmla="*/ 1043127 w 2068497"/>
              <a:gd name="connsiteY7" fmla="*/ 0 h 825624"/>
              <a:gd name="connsiteX8" fmla="*/ 1278385 w 2068497"/>
              <a:gd name="connsiteY8" fmla="*/ 79899 h 825624"/>
              <a:gd name="connsiteX9" fmla="*/ 1451499 w 2068497"/>
              <a:gd name="connsiteY9" fmla="*/ 204187 h 825624"/>
              <a:gd name="connsiteX10" fmla="*/ 1655686 w 2068497"/>
              <a:gd name="connsiteY10" fmla="*/ 390618 h 825624"/>
              <a:gd name="connsiteX11" fmla="*/ 1815484 w 2068497"/>
              <a:gd name="connsiteY11" fmla="*/ 559293 h 825624"/>
              <a:gd name="connsiteX12" fmla="*/ 1926455 w 2068497"/>
              <a:gd name="connsiteY12" fmla="*/ 670264 h 825624"/>
              <a:gd name="connsiteX13" fmla="*/ 2019670 w 2068497"/>
              <a:gd name="connsiteY13" fmla="*/ 763480 h 825624"/>
              <a:gd name="connsiteX14" fmla="*/ 2068497 w 2068497"/>
              <a:gd name="connsiteY14" fmla="*/ 825624 h 825624"/>
              <a:gd name="connsiteX15" fmla="*/ 0 w 2068497"/>
              <a:gd name="connsiteY15" fmla="*/ 821185 h 825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68497" h="825624">
                <a:moveTo>
                  <a:pt x="0" y="821185"/>
                </a:moveTo>
                <a:lnTo>
                  <a:pt x="124288" y="656948"/>
                </a:lnTo>
                <a:lnTo>
                  <a:pt x="275208" y="483833"/>
                </a:lnTo>
                <a:lnTo>
                  <a:pt x="403934" y="328474"/>
                </a:lnTo>
                <a:lnTo>
                  <a:pt x="537099" y="195309"/>
                </a:lnTo>
                <a:lnTo>
                  <a:pt x="683581" y="115410"/>
                </a:lnTo>
                <a:lnTo>
                  <a:pt x="887767" y="26633"/>
                </a:lnTo>
                <a:lnTo>
                  <a:pt x="1043127" y="0"/>
                </a:lnTo>
                <a:lnTo>
                  <a:pt x="1278385" y="79899"/>
                </a:lnTo>
                <a:lnTo>
                  <a:pt x="1451499" y="204187"/>
                </a:lnTo>
                <a:lnTo>
                  <a:pt x="1655686" y="390618"/>
                </a:lnTo>
                <a:lnTo>
                  <a:pt x="1815484" y="559293"/>
                </a:lnTo>
                <a:lnTo>
                  <a:pt x="1926455" y="670264"/>
                </a:lnTo>
                <a:lnTo>
                  <a:pt x="2019670" y="763480"/>
                </a:lnTo>
                <a:lnTo>
                  <a:pt x="2068497" y="825624"/>
                </a:lnTo>
                <a:lnTo>
                  <a:pt x="0" y="821185"/>
                </a:lnTo>
                <a:close/>
              </a:path>
            </a:pathLst>
          </a:custGeom>
          <a:solidFill>
            <a:srgbClr val="A2D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C8EBC27-2CB6-8AFF-483A-56EDA814C629}"/>
              </a:ext>
            </a:extLst>
          </p:cNvPr>
          <p:cNvCxnSpPr>
            <a:cxnSpLocks/>
          </p:cNvCxnSpPr>
          <p:nvPr/>
        </p:nvCxnSpPr>
        <p:spPr>
          <a:xfrm>
            <a:off x="3035298" y="3050092"/>
            <a:ext cx="233837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726BEF5-9568-841C-9C54-3CA7EE83C377}"/>
              </a:ext>
            </a:extLst>
          </p:cNvPr>
          <p:cNvCxnSpPr>
            <a:cxnSpLocks/>
          </p:cNvCxnSpPr>
          <p:nvPr/>
        </p:nvCxnSpPr>
        <p:spPr>
          <a:xfrm>
            <a:off x="3035298" y="2582760"/>
            <a:ext cx="233837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A409D32-FD83-093A-AAD3-4F1AFB89AB4D}"/>
              </a:ext>
            </a:extLst>
          </p:cNvPr>
          <p:cNvSpPr/>
          <p:nvPr/>
        </p:nvSpPr>
        <p:spPr>
          <a:xfrm>
            <a:off x="3019835" y="2094562"/>
            <a:ext cx="2353833" cy="816306"/>
          </a:xfrm>
          <a:custGeom>
            <a:avLst/>
            <a:gdLst>
              <a:gd name="connsiteX0" fmla="*/ 0 w 2532888"/>
              <a:gd name="connsiteY0" fmla="*/ 770169 h 790751"/>
              <a:gd name="connsiteX1" fmla="*/ 128016 w 2532888"/>
              <a:gd name="connsiteY1" fmla="*/ 742737 h 790751"/>
              <a:gd name="connsiteX2" fmla="*/ 246888 w 2532888"/>
              <a:gd name="connsiteY2" fmla="*/ 623865 h 790751"/>
              <a:gd name="connsiteX3" fmla="*/ 420624 w 2532888"/>
              <a:gd name="connsiteY3" fmla="*/ 395265 h 790751"/>
              <a:gd name="connsiteX4" fmla="*/ 603504 w 2532888"/>
              <a:gd name="connsiteY4" fmla="*/ 194097 h 790751"/>
              <a:gd name="connsiteX5" fmla="*/ 758952 w 2532888"/>
              <a:gd name="connsiteY5" fmla="*/ 66081 h 790751"/>
              <a:gd name="connsiteX6" fmla="*/ 987552 w 2532888"/>
              <a:gd name="connsiteY6" fmla="*/ 2073 h 790751"/>
              <a:gd name="connsiteX7" fmla="*/ 1225296 w 2532888"/>
              <a:gd name="connsiteY7" fmla="*/ 139233 h 790751"/>
              <a:gd name="connsiteX8" fmla="*/ 1481328 w 2532888"/>
              <a:gd name="connsiteY8" fmla="*/ 404409 h 790751"/>
              <a:gd name="connsiteX9" fmla="*/ 1636776 w 2532888"/>
              <a:gd name="connsiteY9" fmla="*/ 541569 h 790751"/>
              <a:gd name="connsiteX10" fmla="*/ 1764792 w 2532888"/>
              <a:gd name="connsiteY10" fmla="*/ 660441 h 790751"/>
              <a:gd name="connsiteX11" fmla="*/ 2103120 w 2532888"/>
              <a:gd name="connsiteY11" fmla="*/ 779313 h 790751"/>
              <a:gd name="connsiteX12" fmla="*/ 2532888 w 2532888"/>
              <a:gd name="connsiteY12" fmla="*/ 779313 h 790751"/>
              <a:gd name="connsiteX0" fmla="*/ 0 w 2650886"/>
              <a:gd name="connsiteY0" fmla="*/ 751716 h 790751"/>
              <a:gd name="connsiteX1" fmla="*/ 246014 w 2650886"/>
              <a:gd name="connsiteY1" fmla="*/ 742737 h 790751"/>
              <a:gd name="connsiteX2" fmla="*/ 364886 w 2650886"/>
              <a:gd name="connsiteY2" fmla="*/ 623865 h 790751"/>
              <a:gd name="connsiteX3" fmla="*/ 538622 w 2650886"/>
              <a:gd name="connsiteY3" fmla="*/ 395265 h 790751"/>
              <a:gd name="connsiteX4" fmla="*/ 721502 w 2650886"/>
              <a:gd name="connsiteY4" fmla="*/ 194097 h 790751"/>
              <a:gd name="connsiteX5" fmla="*/ 876950 w 2650886"/>
              <a:gd name="connsiteY5" fmla="*/ 66081 h 790751"/>
              <a:gd name="connsiteX6" fmla="*/ 1105550 w 2650886"/>
              <a:gd name="connsiteY6" fmla="*/ 2073 h 790751"/>
              <a:gd name="connsiteX7" fmla="*/ 1343294 w 2650886"/>
              <a:gd name="connsiteY7" fmla="*/ 139233 h 790751"/>
              <a:gd name="connsiteX8" fmla="*/ 1599326 w 2650886"/>
              <a:gd name="connsiteY8" fmla="*/ 404409 h 790751"/>
              <a:gd name="connsiteX9" fmla="*/ 1754774 w 2650886"/>
              <a:gd name="connsiteY9" fmla="*/ 541569 h 790751"/>
              <a:gd name="connsiteX10" fmla="*/ 1882790 w 2650886"/>
              <a:gd name="connsiteY10" fmla="*/ 660441 h 790751"/>
              <a:gd name="connsiteX11" fmla="*/ 2221118 w 2650886"/>
              <a:gd name="connsiteY11" fmla="*/ 779313 h 790751"/>
              <a:gd name="connsiteX12" fmla="*/ 2650886 w 2650886"/>
              <a:gd name="connsiteY12" fmla="*/ 779313 h 790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50886" h="790751">
                <a:moveTo>
                  <a:pt x="0" y="751716"/>
                </a:moveTo>
                <a:cubicBezTo>
                  <a:pt x="43434" y="750192"/>
                  <a:pt x="185200" y="764045"/>
                  <a:pt x="246014" y="742737"/>
                </a:cubicBezTo>
                <a:cubicBezTo>
                  <a:pt x="306828" y="721429"/>
                  <a:pt x="316118" y="681777"/>
                  <a:pt x="364886" y="623865"/>
                </a:cubicBezTo>
                <a:cubicBezTo>
                  <a:pt x="413654" y="565953"/>
                  <a:pt x="479186" y="466893"/>
                  <a:pt x="538622" y="395265"/>
                </a:cubicBezTo>
                <a:cubicBezTo>
                  <a:pt x="598058" y="323637"/>
                  <a:pt x="665114" y="248961"/>
                  <a:pt x="721502" y="194097"/>
                </a:cubicBezTo>
                <a:cubicBezTo>
                  <a:pt x="777890" y="139233"/>
                  <a:pt x="812942" y="98085"/>
                  <a:pt x="876950" y="66081"/>
                </a:cubicBezTo>
                <a:cubicBezTo>
                  <a:pt x="940958" y="34077"/>
                  <a:pt x="1027826" y="-10119"/>
                  <a:pt x="1105550" y="2073"/>
                </a:cubicBezTo>
                <a:cubicBezTo>
                  <a:pt x="1183274" y="14265"/>
                  <a:pt x="1260998" y="72177"/>
                  <a:pt x="1343294" y="139233"/>
                </a:cubicBezTo>
                <a:cubicBezTo>
                  <a:pt x="1425590" y="206289"/>
                  <a:pt x="1530746" y="337353"/>
                  <a:pt x="1599326" y="404409"/>
                </a:cubicBezTo>
                <a:cubicBezTo>
                  <a:pt x="1667906" y="471465"/>
                  <a:pt x="1707530" y="498897"/>
                  <a:pt x="1754774" y="541569"/>
                </a:cubicBezTo>
                <a:cubicBezTo>
                  <a:pt x="1802018" y="584241"/>
                  <a:pt x="1805066" y="620817"/>
                  <a:pt x="1882790" y="660441"/>
                </a:cubicBezTo>
                <a:cubicBezTo>
                  <a:pt x="1960514" y="700065"/>
                  <a:pt x="2093102" y="759501"/>
                  <a:pt x="2221118" y="779313"/>
                </a:cubicBezTo>
                <a:cubicBezTo>
                  <a:pt x="2349134" y="799125"/>
                  <a:pt x="2500010" y="789219"/>
                  <a:pt x="2650886" y="779313"/>
                </a:cubicBez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F71523-8248-DA5C-22B3-42B71AD5D16E}"/>
              </a:ext>
            </a:extLst>
          </p:cNvPr>
          <p:cNvSpPr txBox="1"/>
          <p:nvPr/>
        </p:nvSpPr>
        <p:spPr>
          <a:xfrm>
            <a:off x="3585768" y="3033389"/>
            <a:ext cx="14024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Flood event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262DBB-0E1E-C431-B306-368D649315CF}"/>
              </a:ext>
            </a:extLst>
          </p:cNvPr>
          <p:cNvSpPr txBox="1"/>
          <p:nvPr/>
        </p:nvSpPr>
        <p:spPr>
          <a:xfrm rot="16200000">
            <a:off x="2023874" y="2255193"/>
            <a:ext cx="1660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River discharge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69B0CE7-5EDA-0432-7356-D3A99B840ABE}"/>
              </a:ext>
            </a:extLst>
          </p:cNvPr>
          <p:cNvGrpSpPr/>
          <p:nvPr/>
        </p:nvGrpSpPr>
        <p:grpSpPr>
          <a:xfrm>
            <a:off x="5543095" y="2076098"/>
            <a:ext cx="2375008" cy="1103889"/>
            <a:chOff x="5064248" y="834500"/>
            <a:chExt cx="5384509" cy="2502683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B2FFD02-FB30-5206-C5D9-E5FB72EEB04C}"/>
                </a:ext>
              </a:extLst>
            </p:cNvPr>
            <p:cNvSpPr/>
            <p:nvPr/>
          </p:nvSpPr>
          <p:spPr>
            <a:xfrm>
              <a:off x="6525908" y="2103052"/>
              <a:ext cx="871063" cy="619712"/>
            </a:xfrm>
            <a:custGeom>
              <a:avLst/>
              <a:gdLst>
                <a:gd name="connsiteX0" fmla="*/ 0 w 871063"/>
                <a:gd name="connsiteY0" fmla="*/ 13001 h 619712"/>
                <a:gd name="connsiteX1" fmla="*/ 104007 w 871063"/>
                <a:gd name="connsiteY1" fmla="*/ 242684 h 619712"/>
                <a:gd name="connsiteX2" fmla="*/ 355359 w 871063"/>
                <a:gd name="connsiteY2" fmla="*/ 602377 h 619712"/>
                <a:gd name="connsiteX3" fmla="*/ 459366 w 871063"/>
                <a:gd name="connsiteY3" fmla="*/ 619712 h 619712"/>
                <a:gd name="connsiteX4" fmla="*/ 667382 w 871063"/>
                <a:gd name="connsiteY4" fmla="*/ 619712 h 619712"/>
                <a:gd name="connsiteX5" fmla="*/ 793057 w 871063"/>
                <a:gd name="connsiteY5" fmla="*/ 589376 h 619712"/>
                <a:gd name="connsiteX6" fmla="*/ 871063 w 871063"/>
                <a:gd name="connsiteY6" fmla="*/ 585042 h 619712"/>
                <a:gd name="connsiteX7" fmla="*/ 853728 w 871063"/>
                <a:gd name="connsiteY7" fmla="*/ 0 h 619712"/>
                <a:gd name="connsiteX8" fmla="*/ 0 w 871063"/>
                <a:gd name="connsiteY8" fmla="*/ 13001 h 61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1063" h="619712">
                  <a:moveTo>
                    <a:pt x="0" y="13001"/>
                  </a:moveTo>
                  <a:lnTo>
                    <a:pt x="104007" y="242684"/>
                  </a:lnTo>
                  <a:lnTo>
                    <a:pt x="355359" y="602377"/>
                  </a:lnTo>
                  <a:lnTo>
                    <a:pt x="459366" y="619712"/>
                  </a:lnTo>
                  <a:lnTo>
                    <a:pt x="667382" y="619712"/>
                  </a:lnTo>
                  <a:lnTo>
                    <a:pt x="793057" y="589376"/>
                  </a:lnTo>
                  <a:lnTo>
                    <a:pt x="871063" y="585042"/>
                  </a:lnTo>
                  <a:lnTo>
                    <a:pt x="853728" y="0"/>
                  </a:lnTo>
                  <a:lnTo>
                    <a:pt x="0" y="13001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E328F5A-FFCD-BE1C-5E36-E35D374CEA37}"/>
                </a:ext>
              </a:extLst>
            </p:cNvPr>
            <p:cNvSpPr/>
            <p:nvPr/>
          </p:nvSpPr>
          <p:spPr>
            <a:xfrm>
              <a:off x="5064248" y="855874"/>
              <a:ext cx="954349" cy="2481309"/>
            </a:xfrm>
            <a:custGeom>
              <a:avLst/>
              <a:gdLst>
                <a:gd name="connsiteX0" fmla="*/ 954349 w 954349"/>
                <a:gd name="connsiteY0" fmla="*/ 883328 h 2481309"/>
                <a:gd name="connsiteX1" fmla="*/ 0 w 954349"/>
                <a:gd name="connsiteY1" fmla="*/ 0 h 2481309"/>
                <a:gd name="connsiteX2" fmla="*/ 17755 w 954349"/>
                <a:gd name="connsiteY2" fmla="*/ 1611297 h 2481309"/>
                <a:gd name="connsiteX3" fmla="*/ 941033 w 954349"/>
                <a:gd name="connsiteY3" fmla="*/ 2481309 h 2481309"/>
                <a:gd name="connsiteX4" fmla="*/ 954349 w 954349"/>
                <a:gd name="connsiteY4" fmla="*/ 883328 h 248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349" h="2481309">
                  <a:moveTo>
                    <a:pt x="954349" y="883328"/>
                  </a:moveTo>
                  <a:lnTo>
                    <a:pt x="0" y="0"/>
                  </a:lnTo>
                  <a:lnTo>
                    <a:pt x="17755" y="1611297"/>
                  </a:lnTo>
                  <a:lnTo>
                    <a:pt x="941033" y="2481309"/>
                  </a:lnTo>
                  <a:lnTo>
                    <a:pt x="954349" y="883328"/>
                  </a:lnTo>
                  <a:close/>
                </a:path>
              </a:pathLst>
            </a:custGeom>
            <a:solidFill>
              <a:srgbClr val="DCE3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742541F-AFE6-904C-F7D4-205DB40D0B52}"/>
                </a:ext>
              </a:extLst>
            </p:cNvPr>
            <p:cNvSpPr/>
            <p:nvPr/>
          </p:nvSpPr>
          <p:spPr>
            <a:xfrm>
              <a:off x="7168600" y="920400"/>
              <a:ext cx="3280157" cy="1182685"/>
            </a:xfrm>
            <a:custGeom>
              <a:avLst/>
              <a:gdLst>
                <a:gd name="connsiteX0" fmla="*/ 0 w 3670917"/>
                <a:gd name="connsiteY0" fmla="*/ 0 h 1207364"/>
                <a:gd name="connsiteX1" fmla="*/ 1287263 w 3670917"/>
                <a:gd name="connsiteY1" fmla="*/ 1207364 h 1207364"/>
                <a:gd name="connsiteX2" fmla="*/ 3670917 w 3670917"/>
                <a:gd name="connsiteY2" fmla="*/ 1202925 h 1207364"/>
                <a:gd name="connsiteX3" fmla="*/ 2370338 w 3670917"/>
                <a:gd name="connsiteY3" fmla="*/ 0 h 1207364"/>
                <a:gd name="connsiteX4" fmla="*/ 0 w 3670917"/>
                <a:gd name="connsiteY4" fmla="*/ 0 h 1207364"/>
                <a:gd name="connsiteX0" fmla="*/ 0 w 3613331"/>
                <a:gd name="connsiteY0" fmla="*/ 32908 h 1207364"/>
                <a:gd name="connsiteX1" fmla="*/ 1229677 w 3613331"/>
                <a:gd name="connsiteY1" fmla="*/ 1207364 h 1207364"/>
                <a:gd name="connsiteX2" fmla="*/ 3613331 w 3613331"/>
                <a:gd name="connsiteY2" fmla="*/ 1202925 h 1207364"/>
                <a:gd name="connsiteX3" fmla="*/ 2312752 w 3613331"/>
                <a:gd name="connsiteY3" fmla="*/ 0 h 1207364"/>
                <a:gd name="connsiteX4" fmla="*/ 0 w 3613331"/>
                <a:gd name="connsiteY4" fmla="*/ 32908 h 1207364"/>
                <a:gd name="connsiteX0" fmla="*/ 0 w 3613331"/>
                <a:gd name="connsiteY0" fmla="*/ 0 h 1174456"/>
                <a:gd name="connsiteX1" fmla="*/ 1229677 w 3613331"/>
                <a:gd name="connsiteY1" fmla="*/ 1174456 h 1174456"/>
                <a:gd name="connsiteX2" fmla="*/ 3613331 w 3613331"/>
                <a:gd name="connsiteY2" fmla="*/ 1170017 h 1174456"/>
                <a:gd name="connsiteX3" fmla="*/ 2386789 w 3613331"/>
                <a:gd name="connsiteY3" fmla="*/ 24678 h 1174456"/>
                <a:gd name="connsiteX4" fmla="*/ 0 w 3613331"/>
                <a:gd name="connsiteY4" fmla="*/ 0 h 1174456"/>
                <a:gd name="connsiteX0" fmla="*/ 0 w 3613331"/>
                <a:gd name="connsiteY0" fmla="*/ 0 h 1170343"/>
                <a:gd name="connsiteX1" fmla="*/ 1419981 w 3613331"/>
                <a:gd name="connsiteY1" fmla="*/ 1170343 h 1170343"/>
                <a:gd name="connsiteX2" fmla="*/ 3613331 w 3613331"/>
                <a:gd name="connsiteY2" fmla="*/ 1170017 h 1170343"/>
                <a:gd name="connsiteX3" fmla="*/ 2386789 w 3613331"/>
                <a:gd name="connsiteY3" fmla="*/ 24678 h 1170343"/>
                <a:gd name="connsiteX4" fmla="*/ 0 w 3613331"/>
                <a:gd name="connsiteY4" fmla="*/ 0 h 1170343"/>
                <a:gd name="connsiteX0" fmla="*/ 0 w 3613331"/>
                <a:gd name="connsiteY0" fmla="*/ 0 h 1182683"/>
                <a:gd name="connsiteX1" fmla="*/ 1410921 w 3613331"/>
                <a:gd name="connsiteY1" fmla="*/ 1182683 h 1182683"/>
                <a:gd name="connsiteX2" fmla="*/ 3613331 w 3613331"/>
                <a:gd name="connsiteY2" fmla="*/ 1170017 h 1182683"/>
                <a:gd name="connsiteX3" fmla="*/ 2386789 w 3613331"/>
                <a:gd name="connsiteY3" fmla="*/ 24678 h 1182683"/>
                <a:gd name="connsiteX4" fmla="*/ 0 w 3613331"/>
                <a:gd name="connsiteY4" fmla="*/ 0 h 1182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3331" h="1182683">
                  <a:moveTo>
                    <a:pt x="0" y="0"/>
                  </a:moveTo>
                  <a:lnTo>
                    <a:pt x="1410921" y="1182683"/>
                  </a:lnTo>
                  <a:lnTo>
                    <a:pt x="3613331" y="1170017"/>
                  </a:lnTo>
                  <a:lnTo>
                    <a:pt x="2386789" y="246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C1A2B81-3A43-7266-DCB4-B195403F9DA5}"/>
                </a:ext>
              </a:extLst>
            </p:cNvPr>
            <p:cNvSpPr/>
            <p:nvPr/>
          </p:nvSpPr>
          <p:spPr>
            <a:xfrm>
              <a:off x="5253013" y="923993"/>
              <a:ext cx="2143958" cy="1194047"/>
            </a:xfrm>
            <a:custGeom>
              <a:avLst/>
              <a:gdLst>
                <a:gd name="connsiteX0" fmla="*/ 847818 w 2143958"/>
                <a:gd name="connsiteY0" fmla="*/ 17755 h 1194047"/>
                <a:gd name="connsiteX1" fmla="*/ 0 w 2143958"/>
                <a:gd name="connsiteY1" fmla="*/ 0 h 1194047"/>
                <a:gd name="connsiteX2" fmla="*/ 905523 w 2143958"/>
                <a:gd name="connsiteY2" fmla="*/ 821184 h 1194047"/>
                <a:gd name="connsiteX3" fmla="*/ 1074198 w 2143958"/>
                <a:gd name="connsiteY3" fmla="*/ 870012 h 1194047"/>
                <a:gd name="connsiteX4" fmla="*/ 1123025 w 2143958"/>
                <a:gd name="connsiteY4" fmla="*/ 909961 h 1194047"/>
                <a:gd name="connsiteX5" fmla="*/ 1162975 w 2143958"/>
                <a:gd name="connsiteY5" fmla="*/ 967666 h 1194047"/>
                <a:gd name="connsiteX6" fmla="*/ 1207363 w 2143958"/>
                <a:gd name="connsiteY6" fmla="*/ 1034249 h 1194047"/>
                <a:gd name="connsiteX7" fmla="*/ 1256191 w 2143958"/>
                <a:gd name="connsiteY7" fmla="*/ 1127464 h 1194047"/>
                <a:gd name="connsiteX8" fmla="*/ 1287262 w 2143958"/>
                <a:gd name="connsiteY8" fmla="*/ 1194047 h 1194047"/>
                <a:gd name="connsiteX9" fmla="*/ 2143958 w 2143958"/>
                <a:gd name="connsiteY9" fmla="*/ 1185169 h 1194047"/>
                <a:gd name="connsiteX10" fmla="*/ 847818 w 2143958"/>
                <a:gd name="connsiteY10" fmla="*/ 17755 h 1194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43958" h="1194047">
                  <a:moveTo>
                    <a:pt x="847818" y="17755"/>
                  </a:moveTo>
                  <a:lnTo>
                    <a:pt x="0" y="0"/>
                  </a:lnTo>
                  <a:lnTo>
                    <a:pt x="905523" y="821184"/>
                  </a:lnTo>
                  <a:lnTo>
                    <a:pt x="1074198" y="870012"/>
                  </a:lnTo>
                  <a:lnTo>
                    <a:pt x="1123025" y="909961"/>
                  </a:lnTo>
                  <a:lnTo>
                    <a:pt x="1162975" y="967666"/>
                  </a:lnTo>
                  <a:lnTo>
                    <a:pt x="1207363" y="1034249"/>
                  </a:lnTo>
                  <a:lnTo>
                    <a:pt x="1256191" y="1127464"/>
                  </a:lnTo>
                  <a:lnTo>
                    <a:pt x="1287262" y="1194047"/>
                  </a:lnTo>
                  <a:lnTo>
                    <a:pt x="2143958" y="1185169"/>
                  </a:lnTo>
                  <a:lnTo>
                    <a:pt x="847818" y="17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7FB2EE1-8B97-FD53-22A2-808ECC59EC03}"/>
                </a:ext>
              </a:extLst>
            </p:cNvPr>
            <p:cNvSpPr/>
            <p:nvPr/>
          </p:nvSpPr>
          <p:spPr>
            <a:xfrm>
              <a:off x="5069150" y="834500"/>
              <a:ext cx="1138212" cy="954349"/>
            </a:xfrm>
            <a:custGeom>
              <a:avLst/>
              <a:gdLst>
                <a:gd name="connsiteX0" fmla="*/ 0 w 1109708"/>
                <a:gd name="connsiteY0" fmla="*/ 0 h 945472"/>
                <a:gd name="connsiteX1" fmla="*/ 199747 w 1109708"/>
                <a:gd name="connsiteY1" fmla="*/ 75460 h 945472"/>
                <a:gd name="connsiteX2" fmla="*/ 1109708 w 1109708"/>
                <a:gd name="connsiteY2" fmla="*/ 945472 h 945472"/>
                <a:gd name="connsiteX3" fmla="*/ 914400 w 1109708"/>
                <a:gd name="connsiteY3" fmla="*/ 878889 h 945472"/>
                <a:gd name="connsiteX4" fmla="*/ 0 w 1109708"/>
                <a:gd name="connsiteY4" fmla="*/ 0 h 945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9708" h="945472">
                  <a:moveTo>
                    <a:pt x="0" y="0"/>
                  </a:moveTo>
                  <a:lnTo>
                    <a:pt x="199747" y="75460"/>
                  </a:lnTo>
                  <a:lnTo>
                    <a:pt x="1109708" y="945472"/>
                  </a:lnTo>
                  <a:lnTo>
                    <a:pt x="914400" y="8788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E8B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410A751-1C71-780F-CA95-E89DD27C77F4}"/>
                </a:ext>
              </a:extLst>
            </p:cNvPr>
            <p:cNvSpPr/>
            <p:nvPr/>
          </p:nvSpPr>
          <p:spPr>
            <a:xfrm>
              <a:off x="8452071" y="2101201"/>
              <a:ext cx="1996684" cy="558209"/>
            </a:xfrm>
            <a:custGeom>
              <a:avLst/>
              <a:gdLst>
                <a:gd name="connsiteX0" fmla="*/ 0 w 2379216"/>
                <a:gd name="connsiteY0" fmla="*/ 17756 h 785674"/>
                <a:gd name="connsiteX1" fmla="*/ 8878 w 2379216"/>
                <a:gd name="connsiteY1" fmla="*/ 608121 h 785674"/>
                <a:gd name="connsiteX2" fmla="*/ 186431 w 2379216"/>
                <a:gd name="connsiteY2" fmla="*/ 612560 h 785674"/>
                <a:gd name="connsiteX3" fmla="*/ 226381 w 2379216"/>
                <a:gd name="connsiteY3" fmla="*/ 683581 h 785674"/>
                <a:gd name="connsiteX4" fmla="*/ 253014 w 2379216"/>
                <a:gd name="connsiteY4" fmla="*/ 781235 h 785674"/>
                <a:gd name="connsiteX5" fmla="*/ 377301 w 2379216"/>
                <a:gd name="connsiteY5" fmla="*/ 785674 h 785674"/>
                <a:gd name="connsiteX6" fmla="*/ 719092 w 2379216"/>
                <a:gd name="connsiteY6" fmla="*/ 750164 h 785674"/>
                <a:gd name="connsiteX7" fmla="*/ 1043126 w 2379216"/>
                <a:gd name="connsiteY7" fmla="*/ 732408 h 785674"/>
                <a:gd name="connsiteX8" fmla="*/ 1109709 w 2379216"/>
                <a:gd name="connsiteY8" fmla="*/ 723530 h 785674"/>
                <a:gd name="connsiteX9" fmla="*/ 1518082 w 2379216"/>
                <a:gd name="connsiteY9" fmla="*/ 572610 h 785674"/>
                <a:gd name="connsiteX10" fmla="*/ 1882066 w 2379216"/>
                <a:gd name="connsiteY10" fmla="*/ 435006 h 785674"/>
                <a:gd name="connsiteX11" fmla="*/ 2037426 w 2379216"/>
                <a:gd name="connsiteY11" fmla="*/ 421690 h 785674"/>
                <a:gd name="connsiteX12" fmla="*/ 2104008 w 2379216"/>
                <a:gd name="connsiteY12" fmla="*/ 403934 h 785674"/>
                <a:gd name="connsiteX13" fmla="*/ 2246051 w 2379216"/>
                <a:gd name="connsiteY13" fmla="*/ 226381 h 785674"/>
                <a:gd name="connsiteX14" fmla="*/ 2379216 w 2379216"/>
                <a:gd name="connsiteY14" fmla="*/ 62144 h 785674"/>
                <a:gd name="connsiteX15" fmla="*/ 2379216 w 2379216"/>
                <a:gd name="connsiteY15" fmla="*/ 0 h 785674"/>
                <a:gd name="connsiteX16" fmla="*/ 0 w 2379216"/>
                <a:gd name="connsiteY16" fmla="*/ 17756 h 785674"/>
                <a:gd name="connsiteX0" fmla="*/ 0 w 2379216"/>
                <a:gd name="connsiteY0" fmla="*/ 17756 h 785674"/>
                <a:gd name="connsiteX1" fmla="*/ 8878 w 2379216"/>
                <a:gd name="connsiteY1" fmla="*/ 608121 h 785674"/>
                <a:gd name="connsiteX2" fmla="*/ 186431 w 2379216"/>
                <a:gd name="connsiteY2" fmla="*/ 612560 h 785674"/>
                <a:gd name="connsiteX3" fmla="*/ 152344 w 2379216"/>
                <a:gd name="connsiteY3" fmla="*/ 774073 h 785674"/>
                <a:gd name="connsiteX4" fmla="*/ 253014 w 2379216"/>
                <a:gd name="connsiteY4" fmla="*/ 781235 h 785674"/>
                <a:gd name="connsiteX5" fmla="*/ 377301 w 2379216"/>
                <a:gd name="connsiteY5" fmla="*/ 785674 h 785674"/>
                <a:gd name="connsiteX6" fmla="*/ 719092 w 2379216"/>
                <a:gd name="connsiteY6" fmla="*/ 750164 h 785674"/>
                <a:gd name="connsiteX7" fmla="*/ 1043126 w 2379216"/>
                <a:gd name="connsiteY7" fmla="*/ 732408 h 785674"/>
                <a:gd name="connsiteX8" fmla="*/ 1109709 w 2379216"/>
                <a:gd name="connsiteY8" fmla="*/ 723530 h 785674"/>
                <a:gd name="connsiteX9" fmla="*/ 1518082 w 2379216"/>
                <a:gd name="connsiteY9" fmla="*/ 572610 h 785674"/>
                <a:gd name="connsiteX10" fmla="*/ 1882066 w 2379216"/>
                <a:gd name="connsiteY10" fmla="*/ 435006 h 785674"/>
                <a:gd name="connsiteX11" fmla="*/ 2037426 w 2379216"/>
                <a:gd name="connsiteY11" fmla="*/ 421690 h 785674"/>
                <a:gd name="connsiteX12" fmla="*/ 2104008 w 2379216"/>
                <a:gd name="connsiteY12" fmla="*/ 403934 h 785674"/>
                <a:gd name="connsiteX13" fmla="*/ 2246051 w 2379216"/>
                <a:gd name="connsiteY13" fmla="*/ 226381 h 785674"/>
                <a:gd name="connsiteX14" fmla="*/ 2379216 w 2379216"/>
                <a:gd name="connsiteY14" fmla="*/ 62144 h 785674"/>
                <a:gd name="connsiteX15" fmla="*/ 2379216 w 2379216"/>
                <a:gd name="connsiteY15" fmla="*/ 0 h 785674"/>
                <a:gd name="connsiteX16" fmla="*/ 0 w 2379216"/>
                <a:gd name="connsiteY16" fmla="*/ 17756 h 785674"/>
                <a:gd name="connsiteX0" fmla="*/ 0 w 2379216"/>
                <a:gd name="connsiteY0" fmla="*/ 17756 h 785674"/>
                <a:gd name="connsiteX1" fmla="*/ 8878 w 2379216"/>
                <a:gd name="connsiteY1" fmla="*/ 608121 h 785674"/>
                <a:gd name="connsiteX2" fmla="*/ 58919 w 2379216"/>
                <a:gd name="connsiteY2" fmla="*/ 756523 h 785674"/>
                <a:gd name="connsiteX3" fmla="*/ 152344 w 2379216"/>
                <a:gd name="connsiteY3" fmla="*/ 774073 h 785674"/>
                <a:gd name="connsiteX4" fmla="*/ 253014 w 2379216"/>
                <a:gd name="connsiteY4" fmla="*/ 781235 h 785674"/>
                <a:gd name="connsiteX5" fmla="*/ 377301 w 2379216"/>
                <a:gd name="connsiteY5" fmla="*/ 785674 h 785674"/>
                <a:gd name="connsiteX6" fmla="*/ 719092 w 2379216"/>
                <a:gd name="connsiteY6" fmla="*/ 750164 h 785674"/>
                <a:gd name="connsiteX7" fmla="*/ 1043126 w 2379216"/>
                <a:gd name="connsiteY7" fmla="*/ 732408 h 785674"/>
                <a:gd name="connsiteX8" fmla="*/ 1109709 w 2379216"/>
                <a:gd name="connsiteY8" fmla="*/ 723530 h 785674"/>
                <a:gd name="connsiteX9" fmla="*/ 1518082 w 2379216"/>
                <a:gd name="connsiteY9" fmla="*/ 572610 h 785674"/>
                <a:gd name="connsiteX10" fmla="*/ 1882066 w 2379216"/>
                <a:gd name="connsiteY10" fmla="*/ 435006 h 785674"/>
                <a:gd name="connsiteX11" fmla="*/ 2037426 w 2379216"/>
                <a:gd name="connsiteY11" fmla="*/ 421690 h 785674"/>
                <a:gd name="connsiteX12" fmla="*/ 2104008 w 2379216"/>
                <a:gd name="connsiteY12" fmla="*/ 403934 h 785674"/>
                <a:gd name="connsiteX13" fmla="*/ 2246051 w 2379216"/>
                <a:gd name="connsiteY13" fmla="*/ 226381 h 785674"/>
                <a:gd name="connsiteX14" fmla="*/ 2379216 w 2379216"/>
                <a:gd name="connsiteY14" fmla="*/ 62144 h 785674"/>
                <a:gd name="connsiteX15" fmla="*/ 2379216 w 2379216"/>
                <a:gd name="connsiteY15" fmla="*/ 0 h 785674"/>
                <a:gd name="connsiteX16" fmla="*/ 0 w 2379216"/>
                <a:gd name="connsiteY16" fmla="*/ 17756 h 785674"/>
                <a:gd name="connsiteX0" fmla="*/ 0 w 2379216"/>
                <a:gd name="connsiteY0" fmla="*/ 17756 h 785674"/>
                <a:gd name="connsiteX1" fmla="*/ 82917 w 2379216"/>
                <a:gd name="connsiteY1" fmla="*/ 583442 h 785674"/>
                <a:gd name="connsiteX2" fmla="*/ 58919 w 2379216"/>
                <a:gd name="connsiteY2" fmla="*/ 756523 h 785674"/>
                <a:gd name="connsiteX3" fmla="*/ 152344 w 2379216"/>
                <a:gd name="connsiteY3" fmla="*/ 774073 h 785674"/>
                <a:gd name="connsiteX4" fmla="*/ 253014 w 2379216"/>
                <a:gd name="connsiteY4" fmla="*/ 781235 h 785674"/>
                <a:gd name="connsiteX5" fmla="*/ 377301 w 2379216"/>
                <a:gd name="connsiteY5" fmla="*/ 785674 h 785674"/>
                <a:gd name="connsiteX6" fmla="*/ 719092 w 2379216"/>
                <a:gd name="connsiteY6" fmla="*/ 750164 h 785674"/>
                <a:gd name="connsiteX7" fmla="*/ 1043126 w 2379216"/>
                <a:gd name="connsiteY7" fmla="*/ 732408 h 785674"/>
                <a:gd name="connsiteX8" fmla="*/ 1109709 w 2379216"/>
                <a:gd name="connsiteY8" fmla="*/ 723530 h 785674"/>
                <a:gd name="connsiteX9" fmla="*/ 1518082 w 2379216"/>
                <a:gd name="connsiteY9" fmla="*/ 572610 h 785674"/>
                <a:gd name="connsiteX10" fmla="*/ 1882066 w 2379216"/>
                <a:gd name="connsiteY10" fmla="*/ 435006 h 785674"/>
                <a:gd name="connsiteX11" fmla="*/ 2037426 w 2379216"/>
                <a:gd name="connsiteY11" fmla="*/ 421690 h 785674"/>
                <a:gd name="connsiteX12" fmla="*/ 2104008 w 2379216"/>
                <a:gd name="connsiteY12" fmla="*/ 403934 h 785674"/>
                <a:gd name="connsiteX13" fmla="*/ 2246051 w 2379216"/>
                <a:gd name="connsiteY13" fmla="*/ 226381 h 785674"/>
                <a:gd name="connsiteX14" fmla="*/ 2379216 w 2379216"/>
                <a:gd name="connsiteY14" fmla="*/ 62144 h 785674"/>
                <a:gd name="connsiteX15" fmla="*/ 2379216 w 2379216"/>
                <a:gd name="connsiteY15" fmla="*/ 0 h 785674"/>
                <a:gd name="connsiteX16" fmla="*/ 0 w 2379216"/>
                <a:gd name="connsiteY16" fmla="*/ 17756 h 785674"/>
                <a:gd name="connsiteX0" fmla="*/ 39800 w 2320297"/>
                <a:gd name="connsiteY0" fmla="*/ 21869 h 785674"/>
                <a:gd name="connsiteX1" fmla="*/ 23998 w 2320297"/>
                <a:gd name="connsiteY1" fmla="*/ 583442 h 785674"/>
                <a:gd name="connsiteX2" fmla="*/ 0 w 2320297"/>
                <a:gd name="connsiteY2" fmla="*/ 756523 h 785674"/>
                <a:gd name="connsiteX3" fmla="*/ 93425 w 2320297"/>
                <a:gd name="connsiteY3" fmla="*/ 774073 h 785674"/>
                <a:gd name="connsiteX4" fmla="*/ 194095 w 2320297"/>
                <a:gd name="connsiteY4" fmla="*/ 781235 h 785674"/>
                <a:gd name="connsiteX5" fmla="*/ 318382 w 2320297"/>
                <a:gd name="connsiteY5" fmla="*/ 785674 h 785674"/>
                <a:gd name="connsiteX6" fmla="*/ 660173 w 2320297"/>
                <a:gd name="connsiteY6" fmla="*/ 750164 h 785674"/>
                <a:gd name="connsiteX7" fmla="*/ 984207 w 2320297"/>
                <a:gd name="connsiteY7" fmla="*/ 732408 h 785674"/>
                <a:gd name="connsiteX8" fmla="*/ 1050790 w 2320297"/>
                <a:gd name="connsiteY8" fmla="*/ 723530 h 785674"/>
                <a:gd name="connsiteX9" fmla="*/ 1459163 w 2320297"/>
                <a:gd name="connsiteY9" fmla="*/ 572610 h 785674"/>
                <a:gd name="connsiteX10" fmla="*/ 1823147 w 2320297"/>
                <a:gd name="connsiteY10" fmla="*/ 435006 h 785674"/>
                <a:gd name="connsiteX11" fmla="*/ 1978507 w 2320297"/>
                <a:gd name="connsiteY11" fmla="*/ 421690 h 785674"/>
                <a:gd name="connsiteX12" fmla="*/ 2045089 w 2320297"/>
                <a:gd name="connsiteY12" fmla="*/ 403934 h 785674"/>
                <a:gd name="connsiteX13" fmla="*/ 2187132 w 2320297"/>
                <a:gd name="connsiteY13" fmla="*/ 226381 h 785674"/>
                <a:gd name="connsiteX14" fmla="*/ 2320297 w 2320297"/>
                <a:gd name="connsiteY14" fmla="*/ 62144 h 785674"/>
                <a:gd name="connsiteX15" fmla="*/ 2320297 w 2320297"/>
                <a:gd name="connsiteY15" fmla="*/ 0 h 785674"/>
                <a:gd name="connsiteX16" fmla="*/ 39800 w 2320297"/>
                <a:gd name="connsiteY16" fmla="*/ 21869 h 785674"/>
                <a:gd name="connsiteX0" fmla="*/ 39800 w 2320297"/>
                <a:gd name="connsiteY0" fmla="*/ 21869 h 785674"/>
                <a:gd name="connsiteX1" fmla="*/ 23998 w 2320297"/>
                <a:gd name="connsiteY1" fmla="*/ 583442 h 785674"/>
                <a:gd name="connsiteX2" fmla="*/ 0 w 2320297"/>
                <a:gd name="connsiteY2" fmla="*/ 756523 h 785674"/>
                <a:gd name="connsiteX3" fmla="*/ 93425 w 2320297"/>
                <a:gd name="connsiteY3" fmla="*/ 774073 h 785674"/>
                <a:gd name="connsiteX4" fmla="*/ 194095 w 2320297"/>
                <a:gd name="connsiteY4" fmla="*/ 781235 h 785674"/>
                <a:gd name="connsiteX5" fmla="*/ 318382 w 2320297"/>
                <a:gd name="connsiteY5" fmla="*/ 785674 h 785674"/>
                <a:gd name="connsiteX6" fmla="*/ 660173 w 2320297"/>
                <a:gd name="connsiteY6" fmla="*/ 750164 h 785674"/>
                <a:gd name="connsiteX7" fmla="*/ 984207 w 2320297"/>
                <a:gd name="connsiteY7" fmla="*/ 732408 h 785674"/>
                <a:gd name="connsiteX8" fmla="*/ 1050790 w 2320297"/>
                <a:gd name="connsiteY8" fmla="*/ 723530 h 785674"/>
                <a:gd name="connsiteX9" fmla="*/ 1459163 w 2320297"/>
                <a:gd name="connsiteY9" fmla="*/ 572610 h 785674"/>
                <a:gd name="connsiteX10" fmla="*/ 1823147 w 2320297"/>
                <a:gd name="connsiteY10" fmla="*/ 435006 h 785674"/>
                <a:gd name="connsiteX11" fmla="*/ 1978507 w 2320297"/>
                <a:gd name="connsiteY11" fmla="*/ 421690 h 785674"/>
                <a:gd name="connsiteX12" fmla="*/ 2008069 w 2320297"/>
                <a:gd name="connsiteY12" fmla="*/ 308301 h 785674"/>
                <a:gd name="connsiteX13" fmla="*/ 2187132 w 2320297"/>
                <a:gd name="connsiteY13" fmla="*/ 226381 h 785674"/>
                <a:gd name="connsiteX14" fmla="*/ 2320297 w 2320297"/>
                <a:gd name="connsiteY14" fmla="*/ 62144 h 785674"/>
                <a:gd name="connsiteX15" fmla="*/ 2320297 w 2320297"/>
                <a:gd name="connsiteY15" fmla="*/ 0 h 785674"/>
                <a:gd name="connsiteX16" fmla="*/ 39800 w 2320297"/>
                <a:gd name="connsiteY16" fmla="*/ 21869 h 785674"/>
                <a:gd name="connsiteX0" fmla="*/ 39800 w 2320297"/>
                <a:gd name="connsiteY0" fmla="*/ 21869 h 785674"/>
                <a:gd name="connsiteX1" fmla="*/ 23998 w 2320297"/>
                <a:gd name="connsiteY1" fmla="*/ 583442 h 785674"/>
                <a:gd name="connsiteX2" fmla="*/ 0 w 2320297"/>
                <a:gd name="connsiteY2" fmla="*/ 756523 h 785674"/>
                <a:gd name="connsiteX3" fmla="*/ 93425 w 2320297"/>
                <a:gd name="connsiteY3" fmla="*/ 774073 h 785674"/>
                <a:gd name="connsiteX4" fmla="*/ 194095 w 2320297"/>
                <a:gd name="connsiteY4" fmla="*/ 781235 h 785674"/>
                <a:gd name="connsiteX5" fmla="*/ 318382 w 2320297"/>
                <a:gd name="connsiteY5" fmla="*/ 785674 h 785674"/>
                <a:gd name="connsiteX6" fmla="*/ 660173 w 2320297"/>
                <a:gd name="connsiteY6" fmla="*/ 750164 h 785674"/>
                <a:gd name="connsiteX7" fmla="*/ 984207 w 2320297"/>
                <a:gd name="connsiteY7" fmla="*/ 732408 h 785674"/>
                <a:gd name="connsiteX8" fmla="*/ 1050790 w 2320297"/>
                <a:gd name="connsiteY8" fmla="*/ 723530 h 785674"/>
                <a:gd name="connsiteX9" fmla="*/ 1459163 w 2320297"/>
                <a:gd name="connsiteY9" fmla="*/ 572610 h 785674"/>
                <a:gd name="connsiteX10" fmla="*/ 1823147 w 2320297"/>
                <a:gd name="connsiteY10" fmla="*/ 435006 h 785674"/>
                <a:gd name="connsiteX11" fmla="*/ 1916810 w 2320297"/>
                <a:gd name="connsiteY11" fmla="*/ 375417 h 785674"/>
                <a:gd name="connsiteX12" fmla="*/ 2008069 w 2320297"/>
                <a:gd name="connsiteY12" fmla="*/ 308301 h 785674"/>
                <a:gd name="connsiteX13" fmla="*/ 2187132 w 2320297"/>
                <a:gd name="connsiteY13" fmla="*/ 226381 h 785674"/>
                <a:gd name="connsiteX14" fmla="*/ 2320297 w 2320297"/>
                <a:gd name="connsiteY14" fmla="*/ 62144 h 785674"/>
                <a:gd name="connsiteX15" fmla="*/ 2320297 w 2320297"/>
                <a:gd name="connsiteY15" fmla="*/ 0 h 785674"/>
                <a:gd name="connsiteX16" fmla="*/ 39800 w 2320297"/>
                <a:gd name="connsiteY16" fmla="*/ 21869 h 785674"/>
                <a:gd name="connsiteX0" fmla="*/ 0 w 2329858"/>
                <a:gd name="connsiteY0" fmla="*/ 12614 h 785674"/>
                <a:gd name="connsiteX1" fmla="*/ 33559 w 2329858"/>
                <a:gd name="connsiteY1" fmla="*/ 583442 h 785674"/>
                <a:gd name="connsiteX2" fmla="*/ 9561 w 2329858"/>
                <a:gd name="connsiteY2" fmla="*/ 756523 h 785674"/>
                <a:gd name="connsiteX3" fmla="*/ 102986 w 2329858"/>
                <a:gd name="connsiteY3" fmla="*/ 774073 h 785674"/>
                <a:gd name="connsiteX4" fmla="*/ 203656 w 2329858"/>
                <a:gd name="connsiteY4" fmla="*/ 781235 h 785674"/>
                <a:gd name="connsiteX5" fmla="*/ 327943 w 2329858"/>
                <a:gd name="connsiteY5" fmla="*/ 785674 h 785674"/>
                <a:gd name="connsiteX6" fmla="*/ 669734 w 2329858"/>
                <a:gd name="connsiteY6" fmla="*/ 750164 h 785674"/>
                <a:gd name="connsiteX7" fmla="*/ 993768 w 2329858"/>
                <a:gd name="connsiteY7" fmla="*/ 732408 h 785674"/>
                <a:gd name="connsiteX8" fmla="*/ 1060351 w 2329858"/>
                <a:gd name="connsiteY8" fmla="*/ 723530 h 785674"/>
                <a:gd name="connsiteX9" fmla="*/ 1468724 w 2329858"/>
                <a:gd name="connsiteY9" fmla="*/ 572610 h 785674"/>
                <a:gd name="connsiteX10" fmla="*/ 1832708 w 2329858"/>
                <a:gd name="connsiteY10" fmla="*/ 435006 h 785674"/>
                <a:gd name="connsiteX11" fmla="*/ 1926371 w 2329858"/>
                <a:gd name="connsiteY11" fmla="*/ 375417 h 785674"/>
                <a:gd name="connsiteX12" fmla="*/ 2017630 w 2329858"/>
                <a:gd name="connsiteY12" fmla="*/ 308301 h 785674"/>
                <a:gd name="connsiteX13" fmla="*/ 2196693 w 2329858"/>
                <a:gd name="connsiteY13" fmla="*/ 226381 h 785674"/>
                <a:gd name="connsiteX14" fmla="*/ 2329858 w 2329858"/>
                <a:gd name="connsiteY14" fmla="*/ 62144 h 785674"/>
                <a:gd name="connsiteX15" fmla="*/ 2329858 w 2329858"/>
                <a:gd name="connsiteY15" fmla="*/ 0 h 785674"/>
                <a:gd name="connsiteX16" fmla="*/ 0 w 2329858"/>
                <a:gd name="connsiteY16" fmla="*/ 12614 h 785674"/>
                <a:gd name="connsiteX0" fmla="*/ 0 w 2329858"/>
                <a:gd name="connsiteY0" fmla="*/ 12614 h 785674"/>
                <a:gd name="connsiteX1" fmla="*/ 33559 w 2329858"/>
                <a:gd name="connsiteY1" fmla="*/ 583442 h 785674"/>
                <a:gd name="connsiteX2" fmla="*/ 9561 w 2329858"/>
                <a:gd name="connsiteY2" fmla="*/ 756523 h 785674"/>
                <a:gd name="connsiteX3" fmla="*/ 102986 w 2329858"/>
                <a:gd name="connsiteY3" fmla="*/ 774073 h 785674"/>
                <a:gd name="connsiteX4" fmla="*/ 203656 w 2329858"/>
                <a:gd name="connsiteY4" fmla="*/ 781235 h 785674"/>
                <a:gd name="connsiteX5" fmla="*/ 327943 w 2329858"/>
                <a:gd name="connsiteY5" fmla="*/ 785674 h 785674"/>
                <a:gd name="connsiteX6" fmla="*/ 669734 w 2329858"/>
                <a:gd name="connsiteY6" fmla="*/ 750164 h 785674"/>
                <a:gd name="connsiteX7" fmla="*/ 993768 w 2329858"/>
                <a:gd name="connsiteY7" fmla="*/ 732408 h 785674"/>
                <a:gd name="connsiteX8" fmla="*/ 1060351 w 2329858"/>
                <a:gd name="connsiteY8" fmla="*/ 723530 h 785674"/>
                <a:gd name="connsiteX9" fmla="*/ 1300081 w 2329858"/>
                <a:gd name="connsiteY9" fmla="*/ 350449 h 785674"/>
                <a:gd name="connsiteX10" fmla="*/ 1832708 w 2329858"/>
                <a:gd name="connsiteY10" fmla="*/ 435006 h 785674"/>
                <a:gd name="connsiteX11" fmla="*/ 1926371 w 2329858"/>
                <a:gd name="connsiteY11" fmla="*/ 375417 h 785674"/>
                <a:gd name="connsiteX12" fmla="*/ 2017630 w 2329858"/>
                <a:gd name="connsiteY12" fmla="*/ 308301 h 785674"/>
                <a:gd name="connsiteX13" fmla="*/ 2196693 w 2329858"/>
                <a:gd name="connsiteY13" fmla="*/ 226381 h 785674"/>
                <a:gd name="connsiteX14" fmla="*/ 2329858 w 2329858"/>
                <a:gd name="connsiteY14" fmla="*/ 62144 h 785674"/>
                <a:gd name="connsiteX15" fmla="*/ 2329858 w 2329858"/>
                <a:gd name="connsiteY15" fmla="*/ 0 h 785674"/>
                <a:gd name="connsiteX16" fmla="*/ 0 w 2329858"/>
                <a:gd name="connsiteY16" fmla="*/ 12614 h 785674"/>
                <a:gd name="connsiteX0" fmla="*/ 0 w 2329858"/>
                <a:gd name="connsiteY0" fmla="*/ 12614 h 785674"/>
                <a:gd name="connsiteX1" fmla="*/ 33559 w 2329858"/>
                <a:gd name="connsiteY1" fmla="*/ 583442 h 785674"/>
                <a:gd name="connsiteX2" fmla="*/ 9561 w 2329858"/>
                <a:gd name="connsiteY2" fmla="*/ 756523 h 785674"/>
                <a:gd name="connsiteX3" fmla="*/ 102986 w 2329858"/>
                <a:gd name="connsiteY3" fmla="*/ 774073 h 785674"/>
                <a:gd name="connsiteX4" fmla="*/ 203656 w 2329858"/>
                <a:gd name="connsiteY4" fmla="*/ 781235 h 785674"/>
                <a:gd name="connsiteX5" fmla="*/ 327943 w 2329858"/>
                <a:gd name="connsiteY5" fmla="*/ 785674 h 785674"/>
                <a:gd name="connsiteX6" fmla="*/ 669734 w 2329858"/>
                <a:gd name="connsiteY6" fmla="*/ 750164 h 785674"/>
                <a:gd name="connsiteX7" fmla="*/ 993768 w 2329858"/>
                <a:gd name="connsiteY7" fmla="*/ 732408 h 785674"/>
                <a:gd name="connsiteX8" fmla="*/ 1060351 w 2329858"/>
                <a:gd name="connsiteY8" fmla="*/ 723530 h 785674"/>
                <a:gd name="connsiteX9" fmla="*/ 1300081 w 2329858"/>
                <a:gd name="connsiteY9" fmla="*/ 350449 h 785674"/>
                <a:gd name="connsiteX10" fmla="*/ 1696969 w 2329858"/>
                <a:gd name="connsiteY10" fmla="*/ 155880 h 785674"/>
                <a:gd name="connsiteX11" fmla="*/ 1926371 w 2329858"/>
                <a:gd name="connsiteY11" fmla="*/ 375417 h 785674"/>
                <a:gd name="connsiteX12" fmla="*/ 2017630 w 2329858"/>
                <a:gd name="connsiteY12" fmla="*/ 308301 h 785674"/>
                <a:gd name="connsiteX13" fmla="*/ 2196693 w 2329858"/>
                <a:gd name="connsiteY13" fmla="*/ 226381 h 785674"/>
                <a:gd name="connsiteX14" fmla="*/ 2329858 w 2329858"/>
                <a:gd name="connsiteY14" fmla="*/ 62144 h 785674"/>
                <a:gd name="connsiteX15" fmla="*/ 2329858 w 2329858"/>
                <a:gd name="connsiteY15" fmla="*/ 0 h 785674"/>
                <a:gd name="connsiteX16" fmla="*/ 0 w 2329858"/>
                <a:gd name="connsiteY16" fmla="*/ 12614 h 785674"/>
                <a:gd name="connsiteX0" fmla="*/ 0 w 2329858"/>
                <a:gd name="connsiteY0" fmla="*/ 12614 h 785674"/>
                <a:gd name="connsiteX1" fmla="*/ 33559 w 2329858"/>
                <a:gd name="connsiteY1" fmla="*/ 583442 h 785674"/>
                <a:gd name="connsiteX2" fmla="*/ 9561 w 2329858"/>
                <a:gd name="connsiteY2" fmla="*/ 756523 h 785674"/>
                <a:gd name="connsiteX3" fmla="*/ 102986 w 2329858"/>
                <a:gd name="connsiteY3" fmla="*/ 774073 h 785674"/>
                <a:gd name="connsiteX4" fmla="*/ 203656 w 2329858"/>
                <a:gd name="connsiteY4" fmla="*/ 781235 h 785674"/>
                <a:gd name="connsiteX5" fmla="*/ 327943 w 2329858"/>
                <a:gd name="connsiteY5" fmla="*/ 785674 h 785674"/>
                <a:gd name="connsiteX6" fmla="*/ 669734 w 2329858"/>
                <a:gd name="connsiteY6" fmla="*/ 750164 h 785674"/>
                <a:gd name="connsiteX7" fmla="*/ 993768 w 2329858"/>
                <a:gd name="connsiteY7" fmla="*/ 732408 h 785674"/>
                <a:gd name="connsiteX8" fmla="*/ 1060351 w 2329858"/>
                <a:gd name="connsiteY8" fmla="*/ 723530 h 785674"/>
                <a:gd name="connsiteX9" fmla="*/ 1300081 w 2329858"/>
                <a:gd name="connsiteY9" fmla="*/ 350449 h 785674"/>
                <a:gd name="connsiteX10" fmla="*/ 1696969 w 2329858"/>
                <a:gd name="connsiteY10" fmla="*/ 155880 h 785674"/>
                <a:gd name="connsiteX11" fmla="*/ 2017630 w 2329858"/>
                <a:gd name="connsiteY11" fmla="*/ 308301 h 785674"/>
                <a:gd name="connsiteX12" fmla="*/ 2196693 w 2329858"/>
                <a:gd name="connsiteY12" fmla="*/ 226381 h 785674"/>
                <a:gd name="connsiteX13" fmla="*/ 2329858 w 2329858"/>
                <a:gd name="connsiteY13" fmla="*/ 62144 h 785674"/>
                <a:gd name="connsiteX14" fmla="*/ 2329858 w 2329858"/>
                <a:gd name="connsiteY14" fmla="*/ 0 h 785674"/>
                <a:gd name="connsiteX15" fmla="*/ 0 w 2329858"/>
                <a:gd name="connsiteY15" fmla="*/ 12614 h 785674"/>
                <a:gd name="connsiteX0" fmla="*/ 0 w 2329858"/>
                <a:gd name="connsiteY0" fmla="*/ 12614 h 785674"/>
                <a:gd name="connsiteX1" fmla="*/ 33559 w 2329858"/>
                <a:gd name="connsiteY1" fmla="*/ 583442 h 785674"/>
                <a:gd name="connsiteX2" fmla="*/ 9561 w 2329858"/>
                <a:gd name="connsiteY2" fmla="*/ 756523 h 785674"/>
                <a:gd name="connsiteX3" fmla="*/ 102986 w 2329858"/>
                <a:gd name="connsiteY3" fmla="*/ 774073 h 785674"/>
                <a:gd name="connsiteX4" fmla="*/ 203656 w 2329858"/>
                <a:gd name="connsiteY4" fmla="*/ 781235 h 785674"/>
                <a:gd name="connsiteX5" fmla="*/ 327943 w 2329858"/>
                <a:gd name="connsiteY5" fmla="*/ 785674 h 785674"/>
                <a:gd name="connsiteX6" fmla="*/ 669734 w 2329858"/>
                <a:gd name="connsiteY6" fmla="*/ 750164 h 785674"/>
                <a:gd name="connsiteX7" fmla="*/ 993768 w 2329858"/>
                <a:gd name="connsiteY7" fmla="*/ 732408 h 785674"/>
                <a:gd name="connsiteX8" fmla="*/ 1060351 w 2329858"/>
                <a:gd name="connsiteY8" fmla="*/ 723530 h 785674"/>
                <a:gd name="connsiteX9" fmla="*/ 1300081 w 2329858"/>
                <a:gd name="connsiteY9" fmla="*/ 350449 h 785674"/>
                <a:gd name="connsiteX10" fmla="*/ 1696969 w 2329858"/>
                <a:gd name="connsiteY10" fmla="*/ 155880 h 785674"/>
                <a:gd name="connsiteX11" fmla="*/ 2017630 w 2329858"/>
                <a:gd name="connsiteY11" fmla="*/ 308301 h 785674"/>
                <a:gd name="connsiteX12" fmla="*/ 2196693 w 2329858"/>
                <a:gd name="connsiteY12" fmla="*/ 226381 h 785674"/>
                <a:gd name="connsiteX13" fmla="*/ 2329858 w 2329858"/>
                <a:gd name="connsiteY13" fmla="*/ 0 h 785674"/>
                <a:gd name="connsiteX14" fmla="*/ 0 w 2329858"/>
                <a:gd name="connsiteY14" fmla="*/ 12614 h 785674"/>
                <a:gd name="connsiteX0" fmla="*/ 0 w 2329858"/>
                <a:gd name="connsiteY0" fmla="*/ 12614 h 785674"/>
                <a:gd name="connsiteX1" fmla="*/ 33559 w 2329858"/>
                <a:gd name="connsiteY1" fmla="*/ 583442 h 785674"/>
                <a:gd name="connsiteX2" fmla="*/ 9561 w 2329858"/>
                <a:gd name="connsiteY2" fmla="*/ 756523 h 785674"/>
                <a:gd name="connsiteX3" fmla="*/ 102986 w 2329858"/>
                <a:gd name="connsiteY3" fmla="*/ 774073 h 785674"/>
                <a:gd name="connsiteX4" fmla="*/ 203656 w 2329858"/>
                <a:gd name="connsiteY4" fmla="*/ 781235 h 785674"/>
                <a:gd name="connsiteX5" fmla="*/ 327943 w 2329858"/>
                <a:gd name="connsiteY5" fmla="*/ 785674 h 785674"/>
                <a:gd name="connsiteX6" fmla="*/ 669734 w 2329858"/>
                <a:gd name="connsiteY6" fmla="*/ 750164 h 785674"/>
                <a:gd name="connsiteX7" fmla="*/ 993768 w 2329858"/>
                <a:gd name="connsiteY7" fmla="*/ 732408 h 785674"/>
                <a:gd name="connsiteX8" fmla="*/ 1060351 w 2329858"/>
                <a:gd name="connsiteY8" fmla="*/ 723530 h 785674"/>
                <a:gd name="connsiteX9" fmla="*/ 1300081 w 2329858"/>
                <a:gd name="connsiteY9" fmla="*/ 350449 h 785674"/>
                <a:gd name="connsiteX10" fmla="*/ 1696969 w 2329858"/>
                <a:gd name="connsiteY10" fmla="*/ 155880 h 785674"/>
                <a:gd name="connsiteX11" fmla="*/ 2017630 w 2329858"/>
                <a:gd name="connsiteY11" fmla="*/ 308301 h 785674"/>
                <a:gd name="connsiteX12" fmla="*/ 2329858 w 2329858"/>
                <a:gd name="connsiteY12" fmla="*/ 0 h 785674"/>
                <a:gd name="connsiteX13" fmla="*/ 0 w 2329858"/>
                <a:gd name="connsiteY13" fmla="*/ 12614 h 785674"/>
                <a:gd name="connsiteX0" fmla="*/ 0 w 2329858"/>
                <a:gd name="connsiteY0" fmla="*/ 12614 h 785674"/>
                <a:gd name="connsiteX1" fmla="*/ 33559 w 2329858"/>
                <a:gd name="connsiteY1" fmla="*/ 583442 h 785674"/>
                <a:gd name="connsiteX2" fmla="*/ 9561 w 2329858"/>
                <a:gd name="connsiteY2" fmla="*/ 756523 h 785674"/>
                <a:gd name="connsiteX3" fmla="*/ 102986 w 2329858"/>
                <a:gd name="connsiteY3" fmla="*/ 774073 h 785674"/>
                <a:gd name="connsiteX4" fmla="*/ 203656 w 2329858"/>
                <a:gd name="connsiteY4" fmla="*/ 781235 h 785674"/>
                <a:gd name="connsiteX5" fmla="*/ 327943 w 2329858"/>
                <a:gd name="connsiteY5" fmla="*/ 785674 h 785674"/>
                <a:gd name="connsiteX6" fmla="*/ 669734 w 2329858"/>
                <a:gd name="connsiteY6" fmla="*/ 750164 h 785674"/>
                <a:gd name="connsiteX7" fmla="*/ 993768 w 2329858"/>
                <a:gd name="connsiteY7" fmla="*/ 732408 h 785674"/>
                <a:gd name="connsiteX8" fmla="*/ 1060351 w 2329858"/>
                <a:gd name="connsiteY8" fmla="*/ 723530 h 785674"/>
                <a:gd name="connsiteX9" fmla="*/ 1300081 w 2329858"/>
                <a:gd name="connsiteY9" fmla="*/ 350449 h 785674"/>
                <a:gd name="connsiteX10" fmla="*/ 1696969 w 2329858"/>
                <a:gd name="connsiteY10" fmla="*/ 155880 h 785674"/>
                <a:gd name="connsiteX11" fmla="*/ 2329858 w 2329858"/>
                <a:gd name="connsiteY11" fmla="*/ 0 h 785674"/>
                <a:gd name="connsiteX12" fmla="*/ 0 w 2329858"/>
                <a:gd name="connsiteY12" fmla="*/ 12614 h 785674"/>
                <a:gd name="connsiteX0" fmla="*/ 0 w 2029592"/>
                <a:gd name="connsiteY0" fmla="*/ 24005 h 797065"/>
                <a:gd name="connsiteX1" fmla="*/ 33559 w 2029592"/>
                <a:gd name="connsiteY1" fmla="*/ 594833 h 797065"/>
                <a:gd name="connsiteX2" fmla="*/ 9561 w 2029592"/>
                <a:gd name="connsiteY2" fmla="*/ 767914 h 797065"/>
                <a:gd name="connsiteX3" fmla="*/ 102986 w 2029592"/>
                <a:gd name="connsiteY3" fmla="*/ 785464 h 797065"/>
                <a:gd name="connsiteX4" fmla="*/ 203656 w 2029592"/>
                <a:gd name="connsiteY4" fmla="*/ 792626 h 797065"/>
                <a:gd name="connsiteX5" fmla="*/ 327943 w 2029592"/>
                <a:gd name="connsiteY5" fmla="*/ 797065 h 797065"/>
                <a:gd name="connsiteX6" fmla="*/ 669734 w 2029592"/>
                <a:gd name="connsiteY6" fmla="*/ 761555 h 797065"/>
                <a:gd name="connsiteX7" fmla="*/ 993768 w 2029592"/>
                <a:gd name="connsiteY7" fmla="*/ 743799 h 797065"/>
                <a:gd name="connsiteX8" fmla="*/ 1060351 w 2029592"/>
                <a:gd name="connsiteY8" fmla="*/ 734921 h 797065"/>
                <a:gd name="connsiteX9" fmla="*/ 1300081 w 2029592"/>
                <a:gd name="connsiteY9" fmla="*/ 361840 h 797065"/>
                <a:gd name="connsiteX10" fmla="*/ 1696969 w 2029592"/>
                <a:gd name="connsiteY10" fmla="*/ 167271 h 797065"/>
                <a:gd name="connsiteX11" fmla="*/ 2029592 w 2029592"/>
                <a:gd name="connsiteY11" fmla="*/ 0 h 797065"/>
                <a:gd name="connsiteX12" fmla="*/ 0 w 2029592"/>
                <a:gd name="connsiteY12" fmla="*/ 24005 h 797065"/>
                <a:gd name="connsiteX0" fmla="*/ 0 w 2033705"/>
                <a:gd name="connsiteY0" fmla="*/ 1 h 773061"/>
                <a:gd name="connsiteX1" fmla="*/ 33559 w 2033705"/>
                <a:gd name="connsiteY1" fmla="*/ 570829 h 773061"/>
                <a:gd name="connsiteX2" fmla="*/ 9561 w 2033705"/>
                <a:gd name="connsiteY2" fmla="*/ 743910 h 773061"/>
                <a:gd name="connsiteX3" fmla="*/ 102986 w 2033705"/>
                <a:gd name="connsiteY3" fmla="*/ 761460 h 773061"/>
                <a:gd name="connsiteX4" fmla="*/ 203656 w 2033705"/>
                <a:gd name="connsiteY4" fmla="*/ 768622 h 773061"/>
                <a:gd name="connsiteX5" fmla="*/ 327943 w 2033705"/>
                <a:gd name="connsiteY5" fmla="*/ 773061 h 773061"/>
                <a:gd name="connsiteX6" fmla="*/ 669734 w 2033705"/>
                <a:gd name="connsiteY6" fmla="*/ 737551 h 773061"/>
                <a:gd name="connsiteX7" fmla="*/ 993768 w 2033705"/>
                <a:gd name="connsiteY7" fmla="*/ 719795 h 773061"/>
                <a:gd name="connsiteX8" fmla="*/ 1060351 w 2033705"/>
                <a:gd name="connsiteY8" fmla="*/ 710917 h 773061"/>
                <a:gd name="connsiteX9" fmla="*/ 1300081 w 2033705"/>
                <a:gd name="connsiteY9" fmla="*/ 337836 h 773061"/>
                <a:gd name="connsiteX10" fmla="*/ 1696969 w 2033705"/>
                <a:gd name="connsiteY10" fmla="*/ 143267 h 773061"/>
                <a:gd name="connsiteX11" fmla="*/ 2033705 w 2033705"/>
                <a:gd name="connsiteY11" fmla="*/ 27265 h 773061"/>
                <a:gd name="connsiteX12" fmla="*/ 0 w 2033705"/>
                <a:gd name="connsiteY12" fmla="*/ 1 h 773061"/>
                <a:gd name="connsiteX0" fmla="*/ 0 w 1897966"/>
                <a:gd name="connsiteY0" fmla="*/ 1 h 773061"/>
                <a:gd name="connsiteX1" fmla="*/ 33559 w 1897966"/>
                <a:gd name="connsiteY1" fmla="*/ 570829 h 773061"/>
                <a:gd name="connsiteX2" fmla="*/ 9561 w 1897966"/>
                <a:gd name="connsiteY2" fmla="*/ 743910 h 773061"/>
                <a:gd name="connsiteX3" fmla="*/ 102986 w 1897966"/>
                <a:gd name="connsiteY3" fmla="*/ 761460 h 773061"/>
                <a:gd name="connsiteX4" fmla="*/ 203656 w 1897966"/>
                <a:gd name="connsiteY4" fmla="*/ 768622 h 773061"/>
                <a:gd name="connsiteX5" fmla="*/ 327943 w 1897966"/>
                <a:gd name="connsiteY5" fmla="*/ 773061 h 773061"/>
                <a:gd name="connsiteX6" fmla="*/ 669734 w 1897966"/>
                <a:gd name="connsiteY6" fmla="*/ 737551 h 773061"/>
                <a:gd name="connsiteX7" fmla="*/ 993768 w 1897966"/>
                <a:gd name="connsiteY7" fmla="*/ 719795 h 773061"/>
                <a:gd name="connsiteX8" fmla="*/ 1060351 w 1897966"/>
                <a:gd name="connsiteY8" fmla="*/ 710917 h 773061"/>
                <a:gd name="connsiteX9" fmla="*/ 1300081 w 1897966"/>
                <a:gd name="connsiteY9" fmla="*/ 337836 h 773061"/>
                <a:gd name="connsiteX10" fmla="*/ 1696969 w 1897966"/>
                <a:gd name="connsiteY10" fmla="*/ 143267 h 773061"/>
                <a:gd name="connsiteX11" fmla="*/ 1897966 w 1897966"/>
                <a:gd name="connsiteY11" fmla="*/ 4480 h 773061"/>
                <a:gd name="connsiteX12" fmla="*/ 0 w 1897966"/>
                <a:gd name="connsiteY12" fmla="*/ 1 h 773061"/>
                <a:gd name="connsiteX0" fmla="*/ 0 w 1897966"/>
                <a:gd name="connsiteY0" fmla="*/ 1 h 773061"/>
                <a:gd name="connsiteX1" fmla="*/ 33559 w 1897966"/>
                <a:gd name="connsiteY1" fmla="*/ 570829 h 773061"/>
                <a:gd name="connsiteX2" fmla="*/ 9561 w 1897966"/>
                <a:gd name="connsiteY2" fmla="*/ 743910 h 773061"/>
                <a:gd name="connsiteX3" fmla="*/ 102986 w 1897966"/>
                <a:gd name="connsiteY3" fmla="*/ 761460 h 773061"/>
                <a:gd name="connsiteX4" fmla="*/ 203656 w 1897966"/>
                <a:gd name="connsiteY4" fmla="*/ 768622 h 773061"/>
                <a:gd name="connsiteX5" fmla="*/ 327943 w 1897966"/>
                <a:gd name="connsiteY5" fmla="*/ 773061 h 773061"/>
                <a:gd name="connsiteX6" fmla="*/ 669734 w 1897966"/>
                <a:gd name="connsiteY6" fmla="*/ 737551 h 773061"/>
                <a:gd name="connsiteX7" fmla="*/ 993768 w 1897966"/>
                <a:gd name="connsiteY7" fmla="*/ 719795 h 773061"/>
                <a:gd name="connsiteX8" fmla="*/ 1060351 w 1897966"/>
                <a:gd name="connsiteY8" fmla="*/ 710917 h 773061"/>
                <a:gd name="connsiteX9" fmla="*/ 1341214 w 1897966"/>
                <a:gd name="connsiteY9" fmla="*/ 366320 h 773061"/>
                <a:gd name="connsiteX10" fmla="*/ 1696969 w 1897966"/>
                <a:gd name="connsiteY10" fmla="*/ 143267 h 773061"/>
                <a:gd name="connsiteX11" fmla="*/ 1897966 w 1897966"/>
                <a:gd name="connsiteY11" fmla="*/ 4480 h 773061"/>
                <a:gd name="connsiteX12" fmla="*/ 0 w 1897966"/>
                <a:gd name="connsiteY12" fmla="*/ 1 h 773061"/>
                <a:gd name="connsiteX0" fmla="*/ 0 w 1897966"/>
                <a:gd name="connsiteY0" fmla="*/ 1 h 773061"/>
                <a:gd name="connsiteX1" fmla="*/ 33559 w 1897966"/>
                <a:gd name="connsiteY1" fmla="*/ 570829 h 773061"/>
                <a:gd name="connsiteX2" fmla="*/ 9561 w 1897966"/>
                <a:gd name="connsiteY2" fmla="*/ 743910 h 773061"/>
                <a:gd name="connsiteX3" fmla="*/ 102986 w 1897966"/>
                <a:gd name="connsiteY3" fmla="*/ 761460 h 773061"/>
                <a:gd name="connsiteX4" fmla="*/ 203656 w 1897966"/>
                <a:gd name="connsiteY4" fmla="*/ 768622 h 773061"/>
                <a:gd name="connsiteX5" fmla="*/ 327943 w 1897966"/>
                <a:gd name="connsiteY5" fmla="*/ 773061 h 773061"/>
                <a:gd name="connsiteX6" fmla="*/ 669734 w 1897966"/>
                <a:gd name="connsiteY6" fmla="*/ 737551 h 773061"/>
                <a:gd name="connsiteX7" fmla="*/ 993768 w 1897966"/>
                <a:gd name="connsiteY7" fmla="*/ 719795 h 773061"/>
                <a:gd name="connsiteX8" fmla="*/ 1052123 w 1897966"/>
                <a:gd name="connsiteY8" fmla="*/ 648255 h 773061"/>
                <a:gd name="connsiteX9" fmla="*/ 1341214 w 1897966"/>
                <a:gd name="connsiteY9" fmla="*/ 366320 h 773061"/>
                <a:gd name="connsiteX10" fmla="*/ 1696969 w 1897966"/>
                <a:gd name="connsiteY10" fmla="*/ 143267 h 773061"/>
                <a:gd name="connsiteX11" fmla="*/ 1897966 w 1897966"/>
                <a:gd name="connsiteY11" fmla="*/ 4480 h 773061"/>
                <a:gd name="connsiteX12" fmla="*/ 0 w 1897966"/>
                <a:gd name="connsiteY12" fmla="*/ 1 h 773061"/>
                <a:gd name="connsiteX0" fmla="*/ 0 w 1897966"/>
                <a:gd name="connsiteY0" fmla="*/ 1 h 773061"/>
                <a:gd name="connsiteX1" fmla="*/ 33559 w 1897966"/>
                <a:gd name="connsiteY1" fmla="*/ 570829 h 773061"/>
                <a:gd name="connsiteX2" fmla="*/ 9561 w 1897966"/>
                <a:gd name="connsiteY2" fmla="*/ 743910 h 773061"/>
                <a:gd name="connsiteX3" fmla="*/ 102986 w 1897966"/>
                <a:gd name="connsiteY3" fmla="*/ 761460 h 773061"/>
                <a:gd name="connsiteX4" fmla="*/ 203656 w 1897966"/>
                <a:gd name="connsiteY4" fmla="*/ 768622 h 773061"/>
                <a:gd name="connsiteX5" fmla="*/ 327943 w 1897966"/>
                <a:gd name="connsiteY5" fmla="*/ 773061 h 773061"/>
                <a:gd name="connsiteX6" fmla="*/ 669734 w 1897966"/>
                <a:gd name="connsiteY6" fmla="*/ 737551 h 773061"/>
                <a:gd name="connsiteX7" fmla="*/ 915617 w 1897966"/>
                <a:gd name="connsiteY7" fmla="*/ 662833 h 773061"/>
                <a:gd name="connsiteX8" fmla="*/ 1052123 w 1897966"/>
                <a:gd name="connsiteY8" fmla="*/ 648255 h 773061"/>
                <a:gd name="connsiteX9" fmla="*/ 1341214 w 1897966"/>
                <a:gd name="connsiteY9" fmla="*/ 366320 h 773061"/>
                <a:gd name="connsiteX10" fmla="*/ 1696969 w 1897966"/>
                <a:gd name="connsiteY10" fmla="*/ 143267 h 773061"/>
                <a:gd name="connsiteX11" fmla="*/ 1897966 w 1897966"/>
                <a:gd name="connsiteY11" fmla="*/ 4480 h 773061"/>
                <a:gd name="connsiteX12" fmla="*/ 0 w 1897966"/>
                <a:gd name="connsiteY12" fmla="*/ 1 h 773061"/>
                <a:gd name="connsiteX0" fmla="*/ 0 w 1897966"/>
                <a:gd name="connsiteY0" fmla="*/ 1 h 773061"/>
                <a:gd name="connsiteX1" fmla="*/ 33559 w 1897966"/>
                <a:gd name="connsiteY1" fmla="*/ 570829 h 773061"/>
                <a:gd name="connsiteX2" fmla="*/ 9561 w 1897966"/>
                <a:gd name="connsiteY2" fmla="*/ 743910 h 773061"/>
                <a:gd name="connsiteX3" fmla="*/ 102986 w 1897966"/>
                <a:gd name="connsiteY3" fmla="*/ 761460 h 773061"/>
                <a:gd name="connsiteX4" fmla="*/ 203656 w 1897966"/>
                <a:gd name="connsiteY4" fmla="*/ 768622 h 773061"/>
                <a:gd name="connsiteX5" fmla="*/ 327943 w 1897966"/>
                <a:gd name="connsiteY5" fmla="*/ 773061 h 773061"/>
                <a:gd name="connsiteX6" fmla="*/ 669734 w 1897966"/>
                <a:gd name="connsiteY6" fmla="*/ 737551 h 773061"/>
                <a:gd name="connsiteX7" fmla="*/ 915617 w 1897966"/>
                <a:gd name="connsiteY7" fmla="*/ 662833 h 773061"/>
                <a:gd name="connsiteX8" fmla="*/ 1052123 w 1897966"/>
                <a:gd name="connsiteY8" fmla="*/ 648255 h 773061"/>
                <a:gd name="connsiteX9" fmla="*/ 1341214 w 1897966"/>
                <a:gd name="connsiteY9" fmla="*/ 366320 h 773061"/>
                <a:gd name="connsiteX10" fmla="*/ 1890292 w 1897966"/>
                <a:gd name="connsiteY10" fmla="*/ 274284 h 773061"/>
                <a:gd name="connsiteX11" fmla="*/ 1897966 w 1897966"/>
                <a:gd name="connsiteY11" fmla="*/ 4480 h 773061"/>
                <a:gd name="connsiteX12" fmla="*/ 0 w 1897966"/>
                <a:gd name="connsiteY12" fmla="*/ 1 h 773061"/>
                <a:gd name="connsiteX0" fmla="*/ 0 w 1996685"/>
                <a:gd name="connsiteY0" fmla="*/ 1 h 773061"/>
                <a:gd name="connsiteX1" fmla="*/ 33559 w 1996685"/>
                <a:gd name="connsiteY1" fmla="*/ 570829 h 773061"/>
                <a:gd name="connsiteX2" fmla="*/ 9561 w 1996685"/>
                <a:gd name="connsiteY2" fmla="*/ 743910 h 773061"/>
                <a:gd name="connsiteX3" fmla="*/ 102986 w 1996685"/>
                <a:gd name="connsiteY3" fmla="*/ 761460 h 773061"/>
                <a:gd name="connsiteX4" fmla="*/ 203656 w 1996685"/>
                <a:gd name="connsiteY4" fmla="*/ 768622 h 773061"/>
                <a:gd name="connsiteX5" fmla="*/ 327943 w 1996685"/>
                <a:gd name="connsiteY5" fmla="*/ 773061 h 773061"/>
                <a:gd name="connsiteX6" fmla="*/ 669734 w 1996685"/>
                <a:gd name="connsiteY6" fmla="*/ 737551 h 773061"/>
                <a:gd name="connsiteX7" fmla="*/ 915617 w 1996685"/>
                <a:gd name="connsiteY7" fmla="*/ 662833 h 773061"/>
                <a:gd name="connsiteX8" fmla="*/ 1052123 w 1996685"/>
                <a:gd name="connsiteY8" fmla="*/ 648255 h 773061"/>
                <a:gd name="connsiteX9" fmla="*/ 1341214 w 1996685"/>
                <a:gd name="connsiteY9" fmla="*/ 366320 h 773061"/>
                <a:gd name="connsiteX10" fmla="*/ 1890292 w 1996685"/>
                <a:gd name="connsiteY10" fmla="*/ 274284 h 773061"/>
                <a:gd name="connsiteX11" fmla="*/ 1996685 w 1996685"/>
                <a:gd name="connsiteY11" fmla="*/ 4480 h 773061"/>
                <a:gd name="connsiteX12" fmla="*/ 0 w 1996685"/>
                <a:gd name="connsiteY12" fmla="*/ 1 h 773061"/>
                <a:gd name="connsiteX0" fmla="*/ 0 w 1996685"/>
                <a:gd name="connsiteY0" fmla="*/ 1 h 773061"/>
                <a:gd name="connsiteX1" fmla="*/ 33559 w 1996685"/>
                <a:gd name="connsiteY1" fmla="*/ 570829 h 773061"/>
                <a:gd name="connsiteX2" fmla="*/ 9561 w 1996685"/>
                <a:gd name="connsiteY2" fmla="*/ 743910 h 773061"/>
                <a:gd name="connsiteX3" fmla="*/ 102986 w 1996685"/>
                <a:gd name="connsiteY3" fmla="*/ 761460 h 773061"/>
                <a:gd name="connsiteX4" fmla="*/ 203656 w 1996685"/>
                <a:gd name="connsiteY4" fmla="*/ 768622 h 773061"/>
                <a:gd name="connsiteX5" fmla="*/ 327943 w 1996685"/>
                <a:gd name="connsiteY5" fmla="*/ 773061 h 773061"/>
                <a:gd name="connsiteX6" fmla="*/ 669734 w 1996685"/>
                <a:gd name="connsiteY6" fmla="*/ 737551 h 773061"/>
                <a:gd name="connsiteX7" fmla="*/ 915617 w 1996685"/>
                <a:gd name="connsiteY7" fmla="*/ 662833 h 773061"/>
                <a:gd name="connsiteX8" fmla="*/ 1052123 w 1996685"/>
                <a:gd name="connsiteY8" fmla="*/ 648255 h 773061"/>
                <a:gd name="connsiteX9" fmla="*/ 1341214 w 1996685"/>
                <a:gd name="connsiteY9" fmla="*/ 366320 h 773061"/>
                <a:gd name="connsiteX10" fmla="*/ 1976671 w 1996685"/>
                <a:gd name="connsiteY10" fmla="*/ 268588 h 773061"/>
                <a:gd name="connsiteX11" fmla="*/ 1996685 w 1996685"/>
                <a:gd name="connsiteY11" fmla="*/ 4480 h 773061"/>
                <a:gd name="connsiteX12" fmla="*/ 0 w 1996685"/>
                <a:gd name="connsiteY12" fmla="*/ 1 h 77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96685" h="773061">
                  <a:moveTo>
                    <a:pt x="0" y="1"/>
                  </a:moveTo>
                  <a:lnTo>
                    <a:pt x="33559" y="570829"/>
                  </a:lnTo>
                  <a:lnTo>
                    <a:pt x="9561" y="743910"/>
                  </a:lnTo>
                  <a:lnTo>
                    <a:pt x="102986" y="761460"/>
                  </a:lnTo>
                  <a:lnTo>
                    <a:pt x="203656" y="768622"/>
                  </a:lnTo>
                  <a:lnTo>
                    <a:pt x="327943" y="773061"/>
                  </a:lnTo>
                  <a:lnTo>
                    <a:pt x="669734" y="737551"/>
                  </a:lnTo>
                  <a:lnTo>
                    <a:pt x="915617" y="662833"/>
                  </a:lnTo>
                  <a:lnTo>
                    <a:pt x="1052123" y="648255"/>
                  </a:lnTo>
                  <a:lnTo>
                    <a:pt x="1341214" y="366320"/>
                  </a:lnTo>
                  <a:lnTo>
                    <a:pt x="1976671" y="268588"/>
                  </a:lnTo>
                  <a:lnTo>
                    <a:pt x="1996685" y="44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99356A3-6019-8D93-2EA0-3C280A21D869}"/>
                  </a:ext>
                </a:extLst>
              </p:cNvPr>
              <p:cNvSpPr txBox="1"/>
              <p:nvPr/>
            </p:nvSpPr>
            <p:spPr>
              <a:xfrm>
                <a:off x="8774217" y="2157721"/>
                <a:ext cx="2025811" cy="9648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𝝉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𝑽𝒐</m:t>
                          </m:r>
                          <m:sSub>
                            <m:sSubPr>
                              <m:ctrlP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𝒇𝒍𝒐𝒐𝒅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𝒇𝒍𝒐𝒐𝒅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23A97C76-F521-9A6B-E816-3C9CCF1EE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217" y="2157721"/>
                <a:ext cx="2025811" cy="9648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2EFE707-1C09-2535-9086-ABD07118853E}"/>
              </a:ext>
            </a:extLst>
          </p:cNvPr>
          <p:cNvSpPr/>
          <p:nvPr/>
        </p:nvSpPr>
        <p:spPr>
          <a:xfrm>
            <a:off x="5982788" y="2473234"/>
            <a:ext cx="1939471" cy="596537"/>
          </a:xfrm>
          <a:custGeom>
            <a:avLst/>
            <a:gdLst>
              <a:gd name="connsiteX0" fmla="*/ 0 w 2076994"/>
              <a:gd name="connsiteY0" fmla="*/ 8709 h 596537"/>
              <a:gd name="connsiteX1" fmla="*/ 82731 w 2076994"/>
              <a:gd name="connsiteY1" fmla="*/ 0 h 596537"/>
              <a:gd name="connsiteX2" fmla="*/ 152400 w 2076994"/>
              <a:gd name="connsiteY2" fmla="*/ 43543 h 596537"/>
              <a:gd name="connsiteX3" fmla="*/ 191588 w 2076994"/>
              <a:gd name="connsiteY3" fmla="*/ 126275 h 596537"/>
              <a:gd name="connsiteX4" fmla="*/ 226422 w 2076994"/>
              <a:gd name="connsiteY4" fmla="*/ 226423 h 596537"/>
              <a:gd name="connsiteX5" fmla="*/ 265611 w 2076994"/>
              <a:gd name="connsiteY5" fmla="*/ 304800 h 596537"/>
              <a:gd name="connsiteX6" fmla="*/ 304800 w 2076994"/>
              <a:gd name="connsiteY6" fmla="*/ 374469 h 596537"/>
              <a:gd name="connsiteX7" fmla="*/ 352697 w 2076994"/>
              <a:gd name="connsiteY7" fmla="*/ 439783 h 596537"/>
              <a:gd name="connsiteX8" fmla="*/ 461554 w 2076994"/>
              <a:gd name="connsiteY8" fmla="*/ 435429 h 596537"/>
              <a:gd name="connsiteX9" fmla="*/ 583474 w 2076994"/>
              <a:gd name="connsiteY9" fmla="*/ 418012 h 596537"/>
              <a:gd name="connsiteX10" fmla="*/ 609600 w 2076994"/>
              <a:gd name="connsiteY10" fmla="*/ 418012 h 596537"/>
              <a:gd name="connsiteX11" fmla="*/ 613954 w 2076994"/>
              <a:gd name="connsiteY11" fmla="*/ 487680 h 596537"/>
              <a:gd name="connsiteX12" fmla="*/ 635725 w 2076994"/>
              <a:gd name="connsiteY12" fmla="*/ 535577 h 596537"/>
              <a:gd name="connsiteX13" fmla="*/ 687977 w 2076994"/>
              <a:gd name="connsiteY13" fmla="*/ 566057 h 596537"/>
              <a:gd name="connsiteX14" fmla="*/ 788125 w 2076994"/>
              <a:gd name="connsiteY14" fmla="*/ 596537 h 596537"/>
              <a:gd name="connsiteX15" fmla="*/ 914400 w 2076994"/>
              <a:gd name="connsiteY15" fmla="*/ 596537 h 596537"/>
              <a:gd name="connsiteX16" fmla="*/ 1018902 w 2076994"/>
              <a:gd name="connsiteY16" fmla="*/ 579120 h 596537"/>
              <a:gd name="connsiteX17" fmla="*/ 1031965 w 2076994"/>
              <a:gd name="connsiteY17" fmla="*/ 535577 h 596537"/>
              <a:gd name="connsiteX18" fmla="*/ 1062445 w 2076994"/>
              <a:gd name="connsiteY18" fmla="*/ 492035 h 596537"/>
              <a:gd name="connsiteX19" fmla="*/ 1119051 w 2076994"/>
              <a:gd name="connsiteY19" fmla="*/ 492035 h 596537"/>
              <a:gd name="connsiteX20" fmla="*/ 1171302 w 2076994"/>
              <a:gd name="connsiteY20" fmla="*/ 492035 h 596537"/>
              <a:gd name="connsiteX21" fmla="*/ 1284514 w 2076994"/>
              <a:gd name="connsiteY21" fmla="*/ 487680 h 596537"/>
              <a:gd name="connsiteX22" fmla="*/ 1397725 w 2076994"/>
              <a:gd name="connsiteY22" fmla="*/ 483326 h 596537"/>
              <a:gd name="connsiteX23" fmla="*/ 1528354 w 2076994"/>
              <a:gd name="connsiteY23" fmla="*/ 465909 h 596537"/>
              <a:gd name="connsiteX24" fmla="*/ 1680754 w 2076994"/>
              <a:gd name="connsiteY24" fmla="*/ 413657 h 596537"/>
              <a:gd name="connsiteX25" fmla="*/ 1793965 w 2076994"/>
              <a:gd name="connsiteY25" fmla="*/ 374469 h 596537"/>
              <a:gd name="connsiteX26" fmla="*/ 1885405 w 2076994"/>
              <a:gd name="connsiteY26" fmla="*/ 330926 h 596537"/>
              <a:gd name="connsiteX27" fmla="*/ 1959428 w 2076994"/>
              <a:gd name="connsiteY27" fmla="*/ 287383 h 596537"/>
              <a:gd name="connsiteX28" fmla="*/ 2042160 w 2076994"/>
              <a:gd name="connsiteY28" fmla="*/ 204652 h 596537"/>
              <a:gd name="connsiteX29" fmla="*/ 2076994 w 2076994"/>
              <a:gd name="connsiteY29" fmla="*/ 152400 h 596537"/>
              <a:gd name="connsiteX30" fmla="*/ 2076994 w 2076994"/>
              <a:gd name="connsiteY30" fmla="*/ 152400 h 596537"/>
              <a:gd name="connsiteX31" fmla="*/ 2072640 w 2076994"/>
              <a:gd name="connsiteY31" fmla="*/ 195943 h 596537"/>
              <a:gd name="connsiteX0" fmla="*/ 0 w 2076994"/>
              <a:gd name="connsiteY0" fmla="*/ 8709 h 596537"/>
              <a:gd name="connsiteX1" fmla="*/ 82731 w 2076994"/>
              <a:gd name="connsiteY1" fmla="*/ 0 h 596537"/>
              <a:gd name="connsiteX2" fmla="*/ 152400 w 2076994"/>
              <a:gd name="connsiteY2" fmla="*/ 43543 h 596537"/>
              <a:gd name="connsiteX3" fmla="*/ 191588 w 2076994"/>
              <a:gd name="connsiteY3" fmla="*/ 126275 h 596537"/>
              <a:gd name="connsiteX4" fmla="*/ 226422 w 2076994"/>
              <a:gd name="connsiteY4" fmla="*/ 226423 h 596537"/>
              <a:gd name="connsiteX5" fmla="*/ 265611 w 2076994"/>
              <a:gd name="connsiteY5" fmla="*/ 304800 h 596537"/>
              <a:gd name="connsiteX6" fmla="*/ 304800 w 2076994"/>
              <a:gd name="connsiteY6" fmla="*/ 374469 h 596537"/>
              <a:gd name="connsiteX7" fmla="*/ 352697 w 2076994"/>
              <a:gd name="connsiteY7" fmla="*/ 439783 h 596537"/>
              <a:gd name="connsiteX8" fmla="*/ 461554 w 2076994"/>
              <a:gd name="connsiteY8" fmla="*/ 435429 h 596537"/>
              <a:gd name="connsiteX9" fmla="*/ 583474 w 2076994"/>
              <a:gd name="connsiteY9" fmla="*/ 418012 h 596537"/>
              <a:gd name="connsiteX10" fmla="*/ 609600 w 2076994"/>
              <a:gd name="connsiteY10" fmla="*/ 418012 h 596537"/>
              <a:gd name="connsiteX11" fmla="*/ 613954 w 2076994"/>
              <a:gd name="connsiteY11" fmla="*/ 487680 h 596537"/>
              <a:gd name="connsiteX12" fmla="*/ 635725 w 2076994"/>
              <a:gd name="connsiteY12" fmla="*/ 535577 h 596537"/>
              <a:gd name="connsiteX13" fmla="*/ 687977 w 2076994"/>
              <a:gd name="connsiteY13" fmla="*/ 566057 h 596537"/>
              <a:gd name="connsiteX14" fmla="*/ 788125 w 2076994"/>
              <a:gd name="connsiteY14" fmla="*/ 596537 h 596537"/>
              <a:gd name="connsiteX15" fmla="*/ 914400 w 2076994"/>
              <a:gd name="connsiteY15" fmla="*/ 596537 h 596537"/>
              <a:gd name="connsiteX16" fmla="*/ 1018902 w 2076994"/>
              <a:gd name="connsiteY16" fmla="*/ 579120 h 596537"/>
              <a:gd name="connsiteX17" fmla="*/ 1031965 w 2076994"/>
              <a:gd name="connsiteY17" fmla="*/ 535577 h 596537"/>
              <a:gd name="connsiteX18" fmla="*/ 1066073 w 2076994"/>
              <a:gd name="connsiteY18" fmla="*/ 406764 h 596537"/>
              <a:gd name="connsiteX19" fmla="*/ 1119051 w 2076994"/>
              <a:gd name="connsiteY19" fmla="*/ 492035 h 596537"/>
              <a:gd name="connsiteX20" fmla="*/ 1171302 w 2076994"/>
              <a:gd name="connsiteY20" fmla="*/ 492035 h 596537"/>
              <a:gd name="connsiteX21" fmla="*/ 1284514 w 2076994"/>
              <a:gd name="connsiteY21" fmla="*/ 487680 h 596537"/>
              <a:gd name="connsiteX22" fmla="*/ 1397725 w 2076994"/>
              <a:gd name="connsiteY22" fmla="*/ 483326 h 596537"/>
              <a:gd name="connsiteX23" fmla="*/ 1528354 w 2076994"/>
              <a:gd name="connsiteY23" fmla="*/ 465909 h 596537"/>
              <a:gd name="connsiteX24" fmla="*/ 1680754 w 2076994"/>
              <a:gd name="connsiteY24" fmla="*/ 413657 h 596537"/>
              <a:gd name="connsiteX25" fmla="*/ 1793965 w 2076994"/>
              <a:gd name="connsiteY25" fmla="*/ 374469 h 596537"/>
              <a:gd name="connsiteX26" fmla="*/ 1885405 w 2076994"/>
              <a:gd name="connsiteY26" fmla="*/ 330926 h 596537"/>
              <a:gd name="connsiteX27" fmla="*/ 1959428 w 2076994"/>
              <a:gd name="connsiteY27" fmla="*/ 287383 h 596537"/>
              <a:gd name="connsiteX28" fmla="*/ 2042160 w 2076994"/>
              <a:gd name="connsiteY28" fmla="*/ 204652 h 596537"/>
              <a:gd name="connsiteX29" fmla="*/ 2076994 w 2076994"/>
              <a:gd name="connsiteY29" fmla="*/ 152400 h 596537"/>
              <a:gd name="connsiteX30" fmla="*/ 2076994 w 2076994"/>
              <a:gd name="connsiteY30" fmla="*/ 152400 h 596537"/>
              <a:gd name="connsiteX31" fmla="*/ 2072640 w 2076994"/>
              <a:gd name="connsiteY31" fmla="*/ 195943 h 596537"/>
              <a:gd name="connsiteX0" fmla="*/ 0 w 2076994"/>
              <a:gd name="connsiteY0" fmla="*/ 8709 h 596537"/>
              <a:gd name="connsiteX1" fmla="*/ 82731 w 2076994"/>
              <a:gd name="connsiteY1" fmla="*/ 0 h 596537"/>
              <a:gd name="connsiteX2" fmla="*/ 152400 w 2076994"/>
              <a:gd name="connsiteY2" fmla="*/ 43543 h 596537"/>
              <a:gd name="connsiteX3" fmla="*/ 191588 w 2076994"/>
              <a:gd name="connsiteY3" fmla="*/ 126275 h 596537"/>
              <a:gd name="connsiteX4" fmla="*/ 226422 w 2076994"/>
              <a:gd name="connsiteY4" fmla="*/ 226423 h 596537"/>
              <a:gd name="connsiteX5" fmla="*/ 265611 w 2076994"/>
              <a:gd name="connsiteY5" fmla="*/ 304800 h 596537"/>
              <a:gd name="connsiteX6" fmla="*/ 304800 w 2076994"/>
              <a:gd name="connsiteY6" fmla="*/ 374469 h 596537"/>
              <a:gd name="connsiteX7" fmla="*/ 352697 w 2076994"/>
              <a:gd name="connsiteY7" fmla="*/ 439783 h 596537"/>
              <a:gd name="connsiteX8" fmla="*/ 461554 w 2076994"/>
              <a:gd name="connsiteY8" fmla="*/ 435429 h 596537"/>
              <a:gd name="connsiteX9" fmla="*/ 583474 w 2076994"/>
              <a:gd name="connsiteY9" fmla="*/ 418012 h 596537"/>
              <a:gd name="connsiteX10" fmla="*/ 609600 w 2076994"/>
              <a:gd name="connsiteY10" fmla="*/ 418012 h 596537"/>
              <a:gd name="connsiteX11" fmla="*/ 613954 w 2076994"/>
              <a:gd name="connsiteY11" fmla="*/ 487680 h 596537"/>
              <a:gd name="connsiteX12" fmla="*/ 635725 w 2076994"/>
              <a:gd name="connsiteY12" fmla="*/ 535577 h 596537"/>
              <a:gd name="connsiteX13" fmla="*/ 687977 w 2076994"/>
              <a:gd name="connsiteY13" fmla="*/ 566057 h 596537"/>
              <a:gd name="connsiteX14" fmla="*/ 788125 w 2076994"/>
              <a:gd name="connsiteY14" fmla="*/ 596537 h 596537"/>
              <a:gd name="connsiteX15" fmla="*/ 914400 w 2076994"/>
              <a:gd name="connsiteY15" fmla="*/ 596537 h 596537"/>
              <a:gd name="connsiteX16" fmla="*/ 1018902 w 2076994"/>
              <a:gd name="connsiteY16" fmla="*/ 579120 h 596537"/>
              <a:gd name="connsiteX17" fmla="*/ 1064623 w 2076994"/>
              <a:gd name="connsiteY17" fmla="*/ 497477 h 596537"/>
              <a:gd name="connsiteX18" fmla="*/ 1066073 w 2076994"/>
              <a:gd name="connsiteY18" fmla="*/ 406764 h 596537"/>
              <a:gd name="connsiteX19" fmla="*/ 1119051 w 2076994"/>
              <a:gd name="connsiteY19" fmla="*/ 492035 h 596537"/>
              <a:gd name="connsiteX20" fmla="*/ 1171302 w 2076994"/>
              <a:gd name="connsiteY20" fmla="*/ 492035 h 596537"/>
              <a:gd name="connsiteX21" fmla="*/ 1284514 w 2076994"/>
              <a:gd name="connsiteY21" fmla="*/ 487680 h 596537"/>
              <a:gd name="connsiteX22" fmla="*/ 1397725 w 2076994"/>
              <a:gd name="connsiteY22" fmla="*/ 483326 h 596537"/>
              <a:gd name="connsiteX23" fmla="*/ 1528354 w 2076994"/>
              <a:gd name="connsiteY23" fmla="*/ 465909 h 596537"/>
              <a:gd name="connsiteX24" fmla="*/ 1680754 w 2076994"/>
              <a:gd name="connsiteY24" fmla="*/ 413657 h 596537"/>
              <a:gd name="connsiteX25" fmla="*/ 1793965 w 2076994"/>
              <a:gd name="connsiteY25" fmla="*/ 374469 h 596537"/>
              <a:gd name="connsiteX26" fmla="*/ 1885405 w 2076994"/>
              <a:gd name="connsiteY26" fmla="*/ 330926 h 596537"/>
              <a:gd name="connsiteX27" fmla="*/ 1959428 w 2076994"/>
              <a:gd name="connsiteY27" fmla="*/ 287383 h 596537"/>
              <a:gd name="connsiteX28" fmla="*/ 2042160 w 2076994"/>
              <a:gd name="connsiteY28" fmla="*/ 204652 h 596537"/>
              <a:gd name="connsiteX29" fmla="*/ 2076994 w 2076994"/>
              <a:gd name="connsiteY29" fmla="*/ 152400 h 596537"/>
              <a:gd name="connsiteX30" fmla="*/ 2076994 w 2076994"/>
              <a:gd name="connsiteY30" fmla="*/ 152400 h 596537"/>
              <a:gd name="connsiteX31" fmla="*/ 2072640 w 2076994"/>
              <a:gd name="connsiteY31" fmla="*/ 195943 h 596537"/>
              <a:gd name="connsiteX0" fmla="*/ 0 w 2076994"/>
              <a:gd name="connsiteY0" fmla="*/ 8709 h 596537"/>
              <a:gd name="connsiteX1" fmla="*/ 82731 w 2076994"/>
              <a:gd name="connsiteY1" fmla="*/ 0 h 596537"/>
              <a:gd name="connsiteX2" fmla="*/ 152400 w 2076994"/>
              <a:gd name="connsiteY2" fmla="*/ 43543 h 596537"/>
              <a:gd name="connsiteX3" fmla="*/ 191588 w 2076994"/>
              <a:gd name="connsiteY3" fmla="*/ 126275 h 596537"/>
              <a:gd name="connsiteX4" fmla="*/ 226422 w 2076994"/>
              <a:gd name="connsiteY4" fmla="*/ 226423 h 596537"/>
              <a:gd name="connsiteX5" fmla="*/ 265611 w 2076994"/>
              <a:gd name="connsiteY5" fmla="*/ 304800 h 596537"/>
              <a:gd name="connsiteX6" fmla="*/ 304800 w 2076994"/>
              <a:gd name="connsiteY6" fmla="*/ 374469 h 596537"/>
              <a:gd name="connsiteX7" fmla="*/ 352697 w 2076994"/>
              <a:gd name="connsiteY7" fmla="*/ 439783 h 596537"/>
              <a:gd name="connsiteX8" fmla="*/ 461554 w 2076994"/>
              <a:gd name="connsiteY8" fmla="*/ 435429 h 596537"/>
              <a:gd name="connsiteX9" fmla="*/ 583474 w 2076994"/>
              <a:gd name="connsiteY9" fmla="*/ 418012 h 596537"/>
              <a:gd name="connsiteX10" fmla="*/ 609600 w 2076994"/>
              <a:gd name="connsiteY10" fmla="*/ 418012 h 596537"/>
              <a:gd name="connsiteX11" fmla="*/ 613954 w 2076994"/>
              <a:gd name="connsiteY11" fmla="*/ 487680 h 596537"/>
              <a:gd name="connsiteX12" fmla="*/ 635725 w 2076994"/>
              <a:gd name="connsiteY12" fmla="*/ 535577 h 596537"/>
              <a:gd name="connsiteX13" fmla="*/ 687977 w 2076994"/>
              <a:gd name="connsiteY13" fmla="*/ 566057 h 596537"/>
              <a:gd name="connsiteX14" fmla="*/ 788125 w 2076994"/>
              <a:gd name="connsiteY14" fmla="*/ 596537 h 596537"/>
              <a:gd name="connsiteX15" fmla="*/ 914400 w 2076994"/>
              <a:gd name="connsiteY15" fmla="*/ 596537 h 596537"/>
              <a:gd name="connsiteX16" fmla="*/ 1018902 w 2076994"/>
              <a:gd name="connsiteY16" fmla="*/ 579120 h 596537"/>
              <a:gd name="connsiteX17" fmla="*/ 1064623 w 2076994"/>
              <a:gd name="connsiteY17" fmla="*/ 497477 h 596537"/>
              <a:gd name="connsiteX18" fmla="*/ 1066073 w 2076994"/>
              <a:gd name="connsiteY18" fmla="*/ 406764 h 596537"/>
              <a:gd name="connsiteX19" fmla="*/ 1146265 w 2076994"/>
              <a:gd name="connsiteY19" fmla="*/ 415835 h 596537"/>
              <a:gd name="connsiteX20" fmla="*/ 1171302 w 2076994"/>
              <a:gd name="connsiteY20" fmla="*/ 492035 h 596537"/>
              <a:gd name="connsiteX21" fmla="*/ 1284514 w 2076994"/>
              <a:gd name="connsiteY21" fmla="*/ 487680 h 596537"/>
              <a:gd name="connsiteX22" fmla="*/ 1397725 w 2076994"/>
              <a:gd name="connsiteY22" fmla="*/ 483326 h 596537"/>
              <a:gd name="connsiteX23" fmla="*/ 1528354 w 2076994"/>
              <a:gd name="connsiteY23" fmla="*/ 465909 h 596537"/>
              <a:gd name="connsiteX24" fmla="*/ 1680754 w 2076994"/>
              <a:gd name="connsiteY24" fmla="*/ 413657 h 596537"/>
              <a:gd name="connsiteX25" fmla="*/ 1793965 w 2076994"/>
              <a:gd name="connsiteY25" fmla="*/ 374469 h 596537"/>
              <a:gd name="connsiteX26" fmla="*/ 1885405 w 2076994"/>
              <a:gd name="connsiteY26" fmla="*/ 330926 h 596537"/>
              <a:gd name="connsiteX27" fmla="*/ 1959428 w 2076994"/>
              <a:gd name="connsiteY27" fmla="*/ 287383 h 596537"/>
              <a:gd name="connsiteX28" fmla="*/ 2042160 w 2076994"/>
              <a:gd name="connsiteY28" fmla="*/ 204652 h 596537"/>
              <a:gd name="connsiteX29" fmla="*/ 2076994 w 2076994"/>
              <a:gd name="connsiteY29" fmla="*/ 152400 h 596537"/>
              <a:gd name="connsiteX30" fmla="*/ 2076994 w 2076994"/>
              <a:gd name="connsiteY30" fmla="*/ 152400 h 596537"/>
              <a:gd name="connsiteX31" fmla="*/ 2072640 w 2076994"/>
              <a:gd name="connsiteY31" fmla="*/ 195943 h 596537"/>
              <a:gd name="connsiteX0" fmla="*/ 0 w 2076994"/>
              <a:gd name="connsiteY0" fmla="*/ 8709 h 596537"/>
              <a:gd name="connsiteX1" fmla="*/ 82731 w 2076994"/>
              <a:gd name="connsiteY1" fmla="*/ 0 h 596537"/>
              <a:gd name="connsiteX2" fmla="*/ 152400 w 2076994"/>
              <a:gd name="connsiteY2" fmla="*/ 43543 h 596537"/>
              <a:gd name="connsiteX3" fmla="*/ 191588 w 2076994"/>
              <a:gd name="connsiteY3" fmla="*/ 126275 h 596537"/>
              <a:gd name="connsiteX4" fmla="*/ 226422 w 2076994"/>
              <a:gd name="connsiteY4" fmla="*/ 226423 h 596537"/>
              <a:gd name="connsiteX5" fmla="*/ 265611 w 2076994"/>
              <a:gd name="connsiteY5" fmla="*/ 304800 h 596537"/>
              <a:gd name="connsiteX6" fmla="*/ 304800 w 2076994"/>
              <a:gd name="connsiteY6" fmla="*/ 374469 h 596537"/>
              <a:gd name="connsiteX7" fmla="*/ 352697 w 2076994"/>
              <a:gd name="connsiteY7" fmla="*/ 439783 h 596537"/>
              <a:gd name="connsiteX8" fmla="*/ 461554 w 2076994"/>
              <a:gd name="connsiteY8" fmla="*/ 435429 h 596537"/>
              <a:gd name="connsiteX9" fmla="*/ 583474 w 2076994"/>
              <a:gd name="connsiteY9" fmla="*/ 418012 h 596537"/>
              <a:gd name="connsiteX10" fmla="*/ 609600 w 2076994"/>
              <a:gd name="connsiteY10" fmla="*/ 418012 h 596537"/>
              <a:gd name="connsiteX11" fmla="*/ 613954 w 2076994"/>
              <a:gd name="connsiteY11" fmla="*/ 487680 h 596537"/>
              <a:gd name="connsiteX12" fmla="*/ 635725 w 2076994"/>
              <a:gd name="connsiteY12" fmla="*/ 535577 h 596537"/>
              <a:gd name="connsiteX13" fmla="*/ 687977 w 2076994"/>
              <a:gd name="connsiteY13" fmla="*/ 566057 h 596537"/>
              <a:gd name="connsiteX14" fmla="*/ 788125 w 2076994"/>
              <a:gd name="connsiteY14" fmla="*/ 596537 h 596537"/>
              <a:gd name="connsiteX15" fmla="*/ 914400 w 2076994"/>
              <a:gd name="connsiteY15" fmla="*/ 596537 h 596537"/>
              <a:gd name="connsiteX16" fmla="*/ 1018902 w 2076994"/>
              <a:gd name="connsiteY16" fmla="*/ 579120 h 596537"/>
              <a:gd name="connsiteX17" fmla="*/ 1064623 w 2076994"/>
              <a:gd name="connsiteY17" fmla="*/ 497477 h 596537"/>
              <a:gd name="connsiteX18" fmla="*/ 1066073 w 2076994"/>
              <a:gd name="connsiteY18" fmla="*/ 406764 h 596537"/>
              <a:gd name="connsiteX19" fmla="*/ 1146265 w 2076994"/>
              <a:gd name="connsiteY19" fmla="*/ 415835 h 596537"/>
              <a:gd name="connsiteX20" fmla="*/ 1234802 w 2076994"/>
              <a:gd name="connsiteY20" fmla="*/ 412206 h 596537"/>
              <a:gd name="connsiteX21" fmla="*/ 1284514 w 2076994"/>
              <a:gd name="connsiteY21" fmla="*/ 487680 h 596537"/>
              <a:gd name="connsiteX22" fmla="*/ 1397725 w 2076994"/>
              <a:gd name="connsiteY22" fmla="*/ 483326 h 596537"/>
              <a:gd name="connsiteX23" fmla="*/ 1528354 w 2076994"/>
              <a:gd name="connsiteY23" fmla="*/ 465909 h 596537"/>
              <a:gd name="connsiteX24" fmla="*/ 1680754 w 2076994"/>
              <a:gd name="connsiteY24" fmla="*/ 413657 h 596537"/>
              <a:gd name="connsiteX25" fmla="*/ 1793965 w 2076994"/>
              <a:gd name="connsiteY25" fmla="*/ 374469 h 596537"/>
              <a:gd name="connsiteX26" fmla="*/ 1885405 w 2076994"/>
              <a:gd name="connsiteY26" fmla="*/ 330926 h 596537"/>
              <a:gd name="connsiteX27" fmla="*/ 1959428 w 2076994"/>
              <a:gd name="connsiteY27" fmla="*/ 287383 h 596537"/>
              <a:gd name="connsiteX28" fmla="*/ 2042160 w 2076994"/>
              <a:gd name="connsiteY28" fmla="*/ 204652 h 596537"/>
              <a:gd name="connsiteX29" fmla="*/ 2076994 w 2076994"/>
              <a:gd name="connsiteY29" fmla="*/ 152400 h 596537"/>
              <a:gd name="connsiteX30" fmla="*/ 2076994 w 2076994"/>
              <a:gd name="connsiteY30" fmla="*/ 152400 h 596537"/>
              <a:gd name="connsiteX31" fmla="*/ 2072640 w 2076994"/>
              <a:gd name="connsiteY31" fmla="*/ 195943 h 596537"/>
              <a:gd name="connsiteX0" fmla="*/ 0 w 2076994"/>
              <a:gd name="connsiteY0" fmla="*/ 8709 h 596537"/>
              <a:gd name="connsiteX1" fmla="*/ 82731 w 2076994"/>
              <a:gd name="connsiteY1" fmla="*/ 0 h 596537"/>
              <a:gd name="connsiteX2" fmla="*/ 152400 w 2076994"/>
              <a:gd name="connsiteY2" fmla="*/ 43543 h 596537"/>
              <a:gd name="connsiteX3" fmla="*/ 191588 w 2076994"/>
              <a:gd name="connsiteY3" fmla="*/ 126275 h 596537"/>
              <a:gd name="connsiteX4" fmla="*/ 226422 w 2076994"/>
              <a:gd name="connsiteY4" fmla="*/ 226423 h 596537"/>
              <a:gd name="connsiteX5" fmla="*/ 265611 w 2076994"/>
              <a:gd name="connsiteY5" fmla="*/ 304800 h 596537"/>
              <a:gd name="connsiteX6" fmla="*/ 304800 w 2076994"/>
              <a:gd name="connsiteY6" fmla="*/ 374469 h 596537"/>
              <a:gd name="connsiteX7" fmla="*/ 352697 w 2076994"/>
              <a:gd name="connsiteY7" fmla="*/ 439783 h 596537"/>
              <a:gd name="connsiteX8" fmla="*/ 461554 w 2076994"/>
              <a:gd name="connsiteY8" fmla="*/ 435429 h 596537"/>
              <a:gd name="connsiteX9" fmla="*/ 583474 w 2076994"/>
              <a:gd name="connsiteY9" fmla="*/ 418012 h 596537"/>
              <a:gd name="connsiteX10" fmla="*/ 609600 w 2076994"/>
              <a:gd name="connsiteY10" fmla="*/ 418012 h 596537"/>
              <a:gd name="connsiteX11" fmla="*/ 613954 w 2076994"/>
              <a:gd name="connsiteY11" fmla="*/ 487680 h 596537"/>
              <a:gd name="connsiteX12" fmla="*/ 635725 w 2076994"/>
              <a:gd name="connsiteY12" fmla="*/ 535577 h 596537"/>
              <a:gd name="connsiteX13" fmla="*/ 687977 w 2076994"/>
              <a:gd name="connsiteY13" fmla="*/ 566057 h 596537"/>
              <a:gd name="connsiteX14" fmla="*/ 788125 w 2076994"/>
              <a:gd name="connsiteY14" fmla="*/ 596537 h 596537"/>
              <a:gd name="connsiteX15" fmla="*/ 914400 w 2076994"/>
              <a:gd name="connsiteY15" fmla="*/ 596537 h 596537"/>
              <a:gd name="connsiteX16" fmla="*/ 1018902 w 2076994"/>
              <a:gd name="connsiteY16" fmla="*/ 579120 h 596537"/>
              <a:gd name="connsiteX17" fmla="*/ 1064623 w 2076994"/>
              <a:gd name="connsiteY17" fmla="*/ 497477 h 596537"/>
              <a:gd name="connsiteX18" fmla="*/ 1066073 w 2076994"/>
              <a:gd name="connsiteY18" fmla="*/ 406764 h 596537"/>
              <a:gd name="connsiteX19" fmla="*/ 1146265 w 2076994"/>
              <a:gd name="connsiteY19" fmla="*/ 415835 h 596537"/>
              <a:gd name="connsiteX20" fmla="*/ 1234802 w 2076994"/>
              <a:gd name="connsiteY20" fmla="*/ 412206 h 596537"/>
              <a:gd name="connsiteX21" fmla="*/ 1402442 w 2076994"/>
              <a:gd name="connsiteY21" fmla="*/ 406037 h 596537"/>
              <a:gd name="connsiteX22" fmla="*/ 1397725 w 2076994"/>
              <a:gd name="connsiteY22" fmla="*/ 483326 h 596537"/>
              <a:gd name="connsiteX23" fmla="*/ 1528354 w 2076994"/>
              <a:gd name="connsiteY23" fmla="*/ 465909 h 596537"/>
              <a:gd name="connsiteX24" fmla="*/ 1680754 w 2076994"/>
              <a:gd name="connsiteY24" fmla="*/ 413657 h 596537"/>
              <a:gd name="connsiteX25" fmla="*/ 1793965 w 2076994"/>
              <a:gd name="connsiteY25" fmla="*/ 374469 h 596537"/>
              <a:gd name="connsiteX26" fmla="*/ 1885405 w 2076994"/>
              <a:gd name="connsiteY26" fmla="*/ 330926 h 596537"/>
              <a:gd name="connsiteX27" fmla="*/ 1959428 w 2076994"/>
              <a:gd name="connsiteY27" fmla="*/ 287383 h 596537"/>
              <a:gd name="connsiteX28" fmla="*/ 2042160 w 2076994"/>
              <a:gd name="connsiteY28" fmla="*/ 204652 h 596537"/>
              <a:gd name="connsiteX29" fmla="*/ 2076994 w 2076994"/>
              <a:gd name="connsiteY29" fmla="*/ 152400 h 596537"/>
              <a:gd name="connsiteX30" fmla="*/ 2076994 w 2076994"/>
              <a:gd name="connsiteY30" fmla="*/ 152400 h 596537"/>
              <a:gd name="connsiteX31" fmla="*/ 2072640 w 2076994"/>
              <a:gd name="connsiteY31" fmla="*/ 195943 h 596537"/>
              <a:gd name="connsiteX0" fmla="*/ 0 w 2076994"/>
              <a:gd name="connsiteY0" fmla="*/ 8709 h 596537"/>
              <a:gd name="connsiteX1" fmla="*/ 82731 w 2076994"/>
              <a:gd name="connsiteY1" fmla="*/ 0 h 596537"/>
              <a:gd name="connsiteX2" fmla="*/ 152400 w 2076994"/>
              <a:gd name="connsiteY2" fmla="*/ 43543 h 596537"/>
              <a:gd name="connsiteX3" fmla="*/ 191588 w 2076994"/>
              <a:gd name="connsiteY3" fmla="*/ 126275 h 596537"/>
              <a:gd name="connsiteX4" fmla="*/ 226422 w 2076994"/>
              <a:gd name="connsiteY4" fmla="*/ 226423 h 596537"/>
              <a:gd name="connsiteX5" fmla="*/ 265611 w 2076994"/>
              <a:gd name="connsiteY5" fmla="*/ 304800 h 596537"/>
              <a:gd name="connsiteX6" fmla="*/ 304800 w 2076994"/>
              <a:gd name="connsiteY6" fmla="*/ 374469 h 596537"/>
              <a:gd name="connsiteX7" fmla="*/ 352697 w 2076994"/>
              <a:gd name="connsiteY7" fmla="*/ 439783 h 596537"/>
              <a:gd name="connsiteX8" fmla="*/ 461554 w 2076994"/>
              <a:gd name="connsiteY8" fmla="*/ 435429 h 596537"/>
              <a:gd name="connsiteX9" fmla="*/ 583474 w 2076994"/>
              <a:gd name="connsiteY9" fmla="*/ 418012 h 596537"/>
              <a:gd name="connsiteX10" fmla="*/ 609600 w 2076994"/>
              <a:gd name="connsiteY10" fmla="*/ 418012 h 596537"/>
              <a:gd name="connsiteX11" fmla="*/ 613954 w 2076994"/>
              <a:gd name="connsiteY11" fmla="*/ 487680 h 596537"/>
              <a:gd name="connsiteX12" fmla="*/ 635725 w 2076994"/>
              <a:gd name="connsiteY12" fmla="*/ 535577 h 596537"/>
              <a:gd name="connsiteX13" fmla="*/ 687977 w 2076994"/>
              <a:gd name="connsiteY13" fmla="*/ 566057 h 596537"/>
              <a:gd name="connsiteX14" fmla="*/ 788125 w 2076994"/>
              <a:gd name="connsiteY14" fmla="*/ 596537 h 596537"/>
              <a:gd name="connsiteX15" fmla="*/ 914400 w 2076994"/>
              <a:gd name="connsiteY15" fmla="*/ 596537 h 596537"/>
              <a:gd name="connsiteX16" fmla="*/ 1018902 w 2076994"/>
              <a:gd name="connsiteY16" fmla="*/ 579120 h 596537"/>
              <a:gd name="connsiteX17" fmla="*/ 1064623 w 2076994"/>
              <a:gd name="connsiteY17" fmla="*/ 497477 h 596537"/>
              <a:gd name="connsiteX18" fmla="*/ 1066073 w 2076994"/>
              <a:gd name="connsiteY18" fmla="*/ 406764 h 596537"/>
              <a:gd name="connsiteX19" fmla="*/ 1146265 w 2076994"/>
              <a:gd name="connsiteY19" fmla="*/ 415835 h 596537"/>
              <a:gd name="connsiteX20" fmla="*/ 1234802 w 2076994"/>
              <a:gd name="connsiteY20" fmla="*/ 412206 h 596537"/>
              <a:gd name="connsiteX21" fmla="*/ 1402442 w 2076994"/>
              <a:gd name="connsiteY21" fmla="*/ 406037 h 596537"/>
              <a:gd name="connsiteX22" fmla="*/ 1526539 w 2076994"/>
              <a:gd name="connsiteY22" fmla="*/ 361768 h 596537"/>
              <a:gd name="connsiteX23" fmla="*/ 1528354 w 2076994"/>
              <a:gd name="connsiteY23" fmla="*/ 465909 h 596537"/>
              <a:gd name="connsiteX24" fmla="*/ 1680754 w 2076994"/>
              <a:gd name="connsiteY24" fmla="*/ 413657 h 596537"/>
              <a:gd name="connsiteX25" fmla="*/ 1793965 w 2076994"/>
              <a:gd name="connsiteY25" fmla="*/ 374469 h 596537"/>
              <a:gd name="connsiteX26" fmla="*/ 1885405 w 2076994"/>
              <a:gd name="connsiteY26" fmla="*/ 330926 h 596537"/>
              <a:gd name="connsiteX27" fmla="*/ 1959428 w 2076994"/>
              <a:gd name="connsiteY27" fmla="*/ 287383 h 596537"/>
              <a:gd name="connsiteX28" fmla="*/ 2042160 w 2076994"/>
              <a:gd name="connsiteY28" fmla="*/ 204652 h 596537"/>
              <a:gd name="connsiteX29" fmla="*/ 2076994 w 2076994"/>
              <a:gd name="connsiteY29" fmla="*/ 152400 h 596537"/>
              <a:gd name="connsiteX30" fmla="*/ 2076994 w 2076994"/>
              <a:gd name="connsiteY30" fmla="*/ 152400 h 596537"/>
              <a:gd name="connsiteX31" fmla="*/ 2072640 w 2076994"/>
              <a:gd name="connsiteY31" fmla="*/ 195943 h 596537"/>
              <a:gd name="connsiteX0" fmla="*/ 0 w 2076994"/>
              <a:gd name="connsiteY0" fmla="*/ 8709 h 596537"/>
              <a:gd name="connsiteX1" fmla="*/ 82731 w 2076994"/>
              <a:gd name="connsiteY1" fmla="*/ 0 h 596537"/>
              <a:gd name="connsiteX2" fmla="*/ 152400 w 2076994"/>
              <a:gd name="connsiteY2" fmla="*/ 43543 h 596537"/>
              <a:gd name="connsiteX3" fmla="*/ 191588 w 2076994"/>
              <a:gd name="connsiteY3" fmla="*/ 126275 h 596537"/>
              <a:gd name="connsiteX4" fmla="*/ 226422 w 2076994"/>
              <a:gd name="connsiteY4" fmla="*/ 226423 h 596537"/>
              <a:gd name="connsiteX5" fmla="*/ 265611 w 2076994"/>
              <a:gd name="connsiteY5" fmla="*/ 304800 h 596537"/>
              <a:gd name="connsiteX6" fmla="*/ 304800 w 2076994"/>
              <a:gd name="connsiteY6" fmla="*/ 374469 h 596537"/>
              <a:gd name="connsiteX7" fmla="*/ 352697 w 2076994"/>
              <a:gd name="connsiteY7" fmla="*/ 439783 h 596537"/>
              <a:gd name="connsiteX8" fmla="*/ 461554 w 2076994"/>
              <a:gd name="connsiteY8" fmla="*/ 435429 h 596537"/>
              <a:gd name="connsiteX9" fmla="*/ 583474 w 2076994"/>
              <a:gd name="connsiteY9" fmla="*/ 418012 h 596537"/>
              <a:gd name="connsiteX10" fmla="*/ 609600 w 2076994"/>
              <a:gd name="connsiteY10" fmla="*/ 418012 h 596537"/>
              <a:gd name="connsiteX11" fmla="*/ 613954 w 2076994"/>
              <a:gd name="connsiteY11" fmla="*/ 487680 h 596537"/>
              <a:gd name="connsiteX12" fmla="*/ 635725 w 2076994"/>
              <a:gd name="connsiteY12" fmla="*/ 535577 h 596537"/>
              <a:gd name="connsiteX13" fmla="*/ 687977 w 2076994"/>
              <a:gd name="connsiteY13" fmla="*/ 566057 h 596537"/>
              <a:gd name="connsiteX14" fmla="*/ 788125 w 2076994"/>
              <a:gd name="connsiteY14" fmla="*/ 596537 h 596537"/>
              <a:gd name="connsiteX15" fmla="*/ 914400 w 2076994"/>
              <a:gd name="connsiteY15" fmla="*/ 596537 h 596537"/>
              <a:gd name="connsiteX16" fmla="*/ 1018902 w 2076994"/>
              <a:gd name="connsiteY16" fmla="*/ 579120 h 596537"/>
              <a:gd name="connsiteX17" fmla="*/ 1064623 w 2076994"/>
              <a:gd name="connsiteY17" fmla="*/ 497477 h 596537"/>
              <a:gd name="connsiteX18" fmla="*/ 1066073 w 2076994"/>
              <a:gd name="connsiteY18" fmla="*/ 406764 h 596537"/>
              <a:gd name="connsiteX19" fmla="*/ 1146265 w 2076994"/>
              <a:gd name="connsiteY19" fmla="*/ 415835 h 596537"/>
              <a:gd name="connsiteX20" fmla="*/ 1234802 w 2076994"/>
              <a:gd name="connsiteY20" fmla="*/ 412206 h 596537"/>
              <a:gd name="connsiteX21" fmla="*/ 1402442 w 2076994"/>
              <a:gd name="connsiteY21" fmla="*/ 406037 h 596537"/>
              <a:gd name="connsiteX22" fmla="*/ 1526539 w 2076994"/>
              <a:gd name="connsiteY22" fmla="*/ 361768 h 596537"/>
              <a:gd name="connsiteX23" fmla="*/ 1673497 w 2076994"/>
              <a:gd name="connsiteY23" fmla="*/ 284480 h 596537"/>
              <a:gd name="connsiteX24" fmla="*/ 1680754 w 2076994"/>
              <a:gd name="connsiteY24" fmla="*/ 413657 h 596537"/>
              <a:gd name="connsiteX25" fmla="*/ 1793965 w 2076994"/>
              <a:gd name="connsiteY25" fmla="*/ 374469 h 596537"/>
              <a:gd name="connsiteX26" fmla="*/ 1885405 w 2076994"/>
              <a:gd name="connsiteY26" fmla="*/ 330926 h 596537"/>
              <a:gd name="connsiteX27" fmla="*/ 1959428 w 2076994"/>
              <a:gd name="connsiteY27" fmla="*/ 287383 h 596537"/>
              <a:gd name="connsiteX28" fmla="*/ 2042160 w 2076994"/>
              <a:gd name="connsiteY28" fmla="*/ 204652 h 596537"/>
              <a:gd name="connsiteX29" fmla="*/ 2076994 w 2076994"/>
              <a:gd name="connsiteY29" fmla="*/ 152400 h 596537"/>
              <a:gd name="connsiteX30" fmla="*/ 2076994 w 2076994"/>
              <a:gd name="connsiteY30" fmla="*/ 152400 h 596537"/>
              <a:gd name="connsiteX31" fmla="*/ 2072640 w 2076994"/>
              <a:gd name="connsiteY31" fmla="*/ 195943 h 596537"/>
              <a:gd name="connsiteX0" fmla="*/ 0 w 2076994"/>
              <a:gd name="connsiteY0" fmla="*/ 8709 h 596537"/>
              <a:gd name="connsiteX1" fmla="*/ 82731 w 2076994"/>
              <a:gd name="connsiteY1" fmla="*/ 0 h 596537"/>
              <a:gd name="connsiteX2" fmla="*/ 152400 w 2076994"/>
              <a:gd name="connsiteY2" fmla="*/ 43543 h 596537"/>
              <a:gd name="connsiteX3" fmla="*/ 191588 w 2076994"/>
              <a:gd name="connsiteY3" fmla="*/ 126275 h 596537"/>
              <a:gd name="connsiteX4" fmla="*/ 226422 w 2076994"/>
              <a:gd name="connsiteY4" fmla="*/ 226423 h 596537"/>
              <a:gd name="connsiteX5" fmla="*/ 265611 w 2076994"/>
              <a:gd name="connsiteY5" fmla="*/ 304800 h 596537"/>
              <a:gd name="connsiteX6" fmla="*/ 304800 w 2076994"/>
              <a:gd name="connsiteY6" fmla="*/ 374469 h 596537"/>
              <a:gd name="connsiteX7" fmla="*/ 352697 w 2076994"/>
              <a:gd name="connsiteY7" fmla="*/ 439783 h 596537"/>
              <a:gd name="connsiteX8" fmla="*/ 461554 w 2076994"/>
              <a:gd name="connsiteY8" fmla="*/ 435429 h 596537"/>
              <a:gd name="connsiteX9" fmla="*/ 583474 w 2076994"/>
              <a:gd name="connsiteY9" fmla="*/ 418012 h 596537"/>
              <a:gd name="connsiteX10" fmla="*/ 609600 w 2076994"/>
              <a:gd name="connsiteY10" fmla="*/ 418012 h 596537"/>
              <a:gd name="connsiteX11" fmla="*/ 613954 w 2076994"/>
              <a:gd name="connsiteY11" fmla="*/ 487680 h 596537"/>
              <a:gd name="connsiteX12" fmla="*/ 635725 w 2076994"/>
              <a:gd name="connsiteY12" fmla="*/ 535577 h 596537"/>
              <a:gd name="connsiteX13" fmla="*/ 687977 w 2076994"/>
              <a:gd name="connsiteY13" fmla="*/ 566057 h 596537"/>
              <a:gd name="connsiteX14" fmla="*/ 788125 w 2076994"/>
              <a:gd name="connsiteY14" fmla="*/ 596537 h 596537"/>
              <a:gd name="connsiteX15" fmla="*/ 914400 w 2076994"/>
              <a:gd name="connsiteY15" fmla="*/ 596537 h 596537"/>
              <a:gd name="connsiteX16" fmla="*/ 1018902 w 2076994"/>
              <a:gd name="connsiteY16" fmla="*/ 579120 h 596537"/>
              <a:gd name="connsiteX17" fmla="*/ 1064623 w 2076994"/>
              <a:gd name="connsiteY17" fmla="*/ 497477 h 596537"/>
              <a:gd name="connsiteX18" fmla="*/ 1066073 w 2076994"/>
              <a:gd name="connsiteY18" fmla="*/ 406764 h 596537"/>
              <a:gd name="connsiteX19" fmla="*/ 1146265 w 2076994"/>
              <a:gd name="connsiteY19" fmla="*/ 415835 h 596537"/>
              <a:gd name="connsiteX20" fmla="*/ 1234802 w 2076994"/>
              <a:gd name="connsiteY20" fmla="*/ 412206 h 596537"/>
              <a:gd name="connsiteX21" fmla="*/ 1402442 w 2076994"/>
              <a:gd name="connsiteY21" fmla="*/ 406037 h 596537"/>
              <a:gd name="connsiteX22" fmla="*/ 1526539 w 2076994"/>
              <a:gd name="connsiteY22" fmla="*/ 361768 h 596537"/>
              <a:gd name="connsiteX23" fmla="*/ 1673497 w 2076994"/>
              <a:gd name="connsiteY23" fmla="*/ 284480 h 596537"/>
              <a:gd name="connsiteX24" fmla="*/ 1729739 w 2076994"/>
              <a:gd name="connsiteY24" fmla="*/ 201385 h 596537"/>
              <a:gd name="connsiteX25" fmla="*/ 1793965 w 2076994"/>
              <a:gd name="connsiteY25" fmla="*/ 374469 h 596537"/>
              <a:gd name="connsiteX26" fmla="*/ 1885405 w 2076994"/>
              <a:gd name="connsiteY26" fmla="*/ 330926 h 596537"/>
              <a:gd name="connsiteX27" fmla="*/ 1959428 w 2076994"/>
              <a:gd name="connsiteY27" fmla="*/ 287383 h 596537"/>
              <a:gd name="connsiteX28" fmla="*/ 2042160 w 2076994"/>
              <a:gd name="connsiteY28" fmla="*/ 204652 h 596537"/>
              <a:gd name="connsiteX29" fmla="*/ 2076994 w 2076994"/>
              <a:gd name="connsiteY29" fmla="*/ 152400 h 596537"/>
              <a:gd name="connsiteX30" fmla="*/ 2076994 w 2076994"/>
              <a:gd name="connsiteY30" fmla="*/ 152400 h 596537"/>
              <a:gd name="connsiteX31" fmla="*/ 2072640 w 2076994"/>
              <a:gd name="connsiteY31" fmla="*/ 195943 h 596537"/>
              <a:gd name="connsiteX0" fmla="*/ 0 w 2076994"/>
              <a:gd name="connsiteY0" fmla="*/ 8709 h 596537"/>
              <a:gd name="connsiteX1" fmla="*/ 82731 w 2076994"/>
              <a:gd name="connsiteY1" fmla="*/ 0 h 596537"/>
              <a:gd name="connsiteX2" fmla="*/ 152400 w 2076994"/>
              <a:gd name="connsiteY2" fmla="*/ 43543 h 596537"/>
              <a:gd name="connsiteX3" fmla="*/ 191588 w 2076994"/>
              <a:gd name="connsiteY3" fmla="*/ 126275 h 596537"/>
              <a:gd name="connsiteX4" fmla="*/ 226422 w 2076994"/>
              <a:gd name="connsiteY4" fmla="*/ 226423 h 596537"/>
              <a:gd name="connsiteX5" fmla="*/ 265611 w 2076994"/>
              <a:gd name="connsiteY5" fmla="*/ 304800 h 596537"/>
              <a:gd name="connsiteX6" fmla="*/ 304800 w 2076994"/>
              <a:gd name="connsiteY6" fmla="*/ 374469 h 596537"/>
              <a:gd name="connsiteX7" fmla="*/ 352697 w 2076994"/>
              <a:gd name="connsiteY7" fmla="*/ 439783 h 596537"/>
              <a:gd name="connsiteX8" fmla="*/ 461554 w 2076994"/>
              <a:gd name="connsiteY8" fmla="*/ 435429 h 596537"/>
              <a:gd name="connsiteX9" fmla="*/ 583474 w 2076994"/>
              <a:gd name="connsiteY9" fmla="*/ 418012 h 596537"/>
              <a:gd name="connsiteX10" fmla="*/ 609600 w 2076994"/>
              <a:gd name="connsiteY10" fmla="*/ 418012 h 596537"/>
              <a:gd name="connsiteX11" fmla="*/ 613954 w 2076994"/>
              <a:gd name="connsiteY11" fmla="*/ 487680 h 596537"/>
              <a:gd name="connsiteX12" fmla="*/ 635725 w 2076994"/>
              <a:gd name="connsiteY12" fmla="*/ 535577 h 596537"/>
              <a:gd name="connsiteX13" fmla="*/ 687977 w 2076994"/>
              <a:gd name="connsiteY13" fmla="*/ 566057 h 596537"/>
              <a:gd name="connsiteX14" fmla="*/ 788125 w 2076994"/>
              <a:gd name="connsiteY14" fmla="*/ 596537 h 596537"/>
              <a:gd name="connsiteX15" fmla="*/ 914400 w 2076994"/>
              <a:gd name="connsiteY15" fmla="*/ 596537 h 596537"/>
              <a:gd name="connsiteX16" fmla="*/ 1018902 w 2076994"/>
              <a:gd name="connsiteY16" fmla="*/ 579120 h 596537"/>
              <a:gd name="connsiteX17" fmla="*/ 1064623 w 2076994"/>
              <a:gd name="connsiteY17" fmla="*/ 497477 h 596537"/>
              <a:gd name="connsiteX18" fmla="*/ 1066073 w 2076994"/>
              <a:gd name="connsiteY18" fmla="*/ 406764 h 596537"/>
              <a:gd name="connsiteX19" fmla="*/ 1146265 w 2076994"/>
              <a:gd name="connsiteY19" fmla="*/ 415835 h 596537"/>
              <a:gd name="connsiteX20" fmla="*/ 1234802 w 2076994"/>
              <a:gd name="connsiteY20" fmla="*/ 412206 h 596537"/>
              <a:gd name="connsiteX21" fmla="*/ 1402442 w 2076994"/>
              <a:gd name="connsiteY21" fmla="*/ 406037 h 596537"/>
              <a:gd name="connsiteX22" fmla="*/ 1526539 w 2076994"/>
              <a:gd name="connsiteY22" fmla="*/ 361768 h 596537"/>
              <a:gd name="connsiteX23" fmla="*/ 1673497 w 2076994"/>
              <a:gd name="connsiteY23" fmla="*/ 284480 h 596537"/>
              <a:gd name="connsiteX24" fmla="*/ 1755139 w 2076994"/>
              <a:gd name="connsiteY24" fmla="*/ 250371 h 596537"/>
              <a:gd name="connsiteX25" fmla="*/ 1793965 w 2076994"/>
              <a:gd name="connsiteY25" fmla="*/ 374469 h 596537"/>
              <a:gd name="connsiteX26" fmla="*/ 1885405 w 2076994"/>
              <a:gd name="connsiteY26" fmla="*/ 330926 h 596537"/>
              <a:gd name="connsiteX27" fmla="*/ 1959428 w 2076994"/>
              <a:gd name="connsiteY27" fmla="*/ 287383 h 596537"/>
              <a:gd name="connsiteX28" fmla="*/ 2042160 w 2076994"/>
              <a:gd name="connsiteY28" fmla="*/ 204652 h 596537"/>
              <a:gd name="connsiteX29" fmla="*/ 2076994 w 2076994"/>
              <a:gd name="connsiteY29" fmla="*/ 152400 h 596537"/>
              <a:gd name="connsiteX30" fmla="*/ 2076994 w 2076994"/>
              <a:gd name="connsiteY30" fmla="*/ 152400 h 596537"/>
              <a:gd name="connsiteX31" fmla="*/ 2072640 w 2076994"/>
              <a:gd name="connsiteY31" fmla="*/ 195943 h 596537"/>
              <a:gd name="connsiteX0" fmla="*/ 0 w 2076994"/>
              <a:gd name="connsiteY0" fmla="*/ 8709 h 596537"/>
              <a:gd name="connsiteX1" fmla="*/ 82731 w 2076994"/>
              <a:gd name="connsiteY1" fmla="*/ 0 h 596537"/>
              <a:gd name="connsiteX2" fmla="*/ 152400 w 2076994"/>
              <a:gd name="connsiteY2" fmla="*/ 43543 h 596537"/>
              <a:gd name="connsiteX3" fmla="*/ 191588 w 2076994"/>
              <a:gd name="connsiteY3" fmla="*/ 126275 h 596537"/>
              <a:gd name="connsiteX4" fmla="*/ 226422 w 2076994"/>
              <a:gd name="connsiteY4" fmla="*/ 226423 h 596537"/>
              <a:gd name="connsiteX5" fmla="*/ 265611 w 2076994"/>
              <a:gd name="connsiteY5" fmla="*/ 304800 h 596537"/>
              <a:gd name="connsiteX6" fmla="*/ 304800 w 2076994"/>
              <a:gd name="connsiteY6" fmla="*/ 374469 h 596537"/>
              <a:gd name="connsiteX7" fmla="*/ 352697 w 2076994"/>
              <a:gd name="connsiteY7" fmla="*/ 439783 h 596537"/>
              <a:gd name="connsiteX8" fmla="*/ 461554 w 2076994"/>
              <a:gd name="connsiteY8" fmla="*/ 435429 h 596537"/>
              <a:gd name="connsiteX9" fmla="*/ 583474 w 2076994"/>
              <a:gd name="connsiteY9" fmla="*/ 418012 h 596537"/>
              <a:gd name="connsiteX10" fmla="*/ 609600 w 2076994"/>
              <a:gd name="connsiteY10" fmla="*/ 418012 h 596537"/>
              <a:gd name="connsiteX11" fmla="*/ 613954 w 2076994"/>
              <a:gd name="connsiteY11" fmla="*/ 487680 h 596537"/>
              <a:gd name="connsiteX12" fmla="*/ 635725 w 2076994"/>
              <a:gd name="connsiteY12" fmla="*/ 535577 h 596537"/>
              <a:gd name="connsiteX13" fmla="*/ 687977 w 2076994"/>
              <a:gd name="connsiteY13" fmla="*/ 566057 h 596537"/>
              <a:gd name="connsiteX14" fmla="*/ 788125 w 2076994"/>
              <a:gd name="connsiteY14" fmla="*/ 596537 h 596537"/>
              <a:gd name="connsiteX15" fmla="*/ 914400 w 2076994"/>
              <a:gd name="connsiteY15" fmla="*/ 596537 h 596537"/>
              <a:gd name="connsiteX16" fmla="*/ 1018902 w 2076994"/>
              <a:gd name="connsiteY16" fmla="*/ 579120 h 596537"/>
              <a:gd name="connsiteX17" fmla="*/ 1064623 w 2076994"/>
              <a:gd name="connsiteY17" fmla="*/ 497477 h 596537"/>
              <a:gd name="connsiteX18" fmla="*/ 1066073 w 2076994"/>
              <a:gd name="connsiteY18" fmla="*/ 406764 h 596537"/>
              <a:gd name="connsiteX19" fmla="*/ 1146265 w 2076994"/>
              <a:gd name="connsiteY19" fmla="*/ 415835 h 596537"/>
              <a:gd name="connsiteX20" fmla="*/ 1234802 w 2076994"/>
              <a:gd name="connsiteY20" fmla="*/ 412206 h 596537"/>
              <a:gd name="connsiteX21" fmla="*/ 1402442 w 2076994"/>
              <a:gd name="connsiteY21" fmla="*/ 406037 h 596537"/>
              <a:gd name="connsiteX22" fmla="*/ 1526539 w 2076994"/>
              <a:gd name="connsiteY22" fmla="*/ 361768 h 596537"/>
              <a:gd name="connsiteX23" fmla="*/ 1673497 w 2076994"/>
              <a:gd name="connsiteY23" fmla="*/ 284480 h 596537"/>
              <a:gd name="connsiteX24" fmla="*/ 1755139 w 2076994"/>
              <a:gd name="connsiteY24" fmla="*/ 250371 h 596537"/>
              <a:gd name="connsiteX25" fmla="*/ 1824808 w 2076994"/>
              <a:gd name="connsiteY25" fmla="*/ 243841 h 596537"/>
              <a:gd name="connsiteX26" fmla="*/ 1885405 w 2076994"/>
              <a:gd name="connsiteY26" fmla="*/ 330926 h 596537"/>
              <a:gd name="connsiteX27" fmla="*/ 1959428 w 2076994"/>
              <a:gd name="connsiteY27" fmla="*/ 287383 h 596537"/>
              <a:gd name="connsiteX28" fmla="*/ 2042160 w 2076994"/>
              <a:gd name="connsiteY28" fmla="*/ 204652 h 596537"/>
              <a:gd name="connsiteX29" fmla="*/ 2076994 w 2076994"/>
              <a:gd name="connsiteY29" fmla="*/ 152400 h 596537"/>
              <a:gd name="connsiteX30" fmla="*/ 2076994 w 2076994"/>
              <a:gd name="connsiteY30" fmla="*/ 152400 h 596537"/>
              <a:gd name="connsiteX31" fmla="*/ 2072640 w 2076994"/>
              <a:gd name="connsiteY31" fmla="*/ 195943 h 596537"/>
              <a:gd name="connsiteX0" fmla="*/ 0 w 2076994"/>
              <a:gd name="connsiteY0" fmla="*/ 8709 h 596537"/>
              <a:gd name="connsiteX1" fmla="*/ 82731 w 2076994"/>
              <a:gd name="connsiteY1" fmla="*/ 0 h 596537"/>
              <a:gd name="connsiteX2" fmla="*/ 152400 w 2076994"/>
              <a:gd name="connsiteY2" fmla="*/ 43543 h 596537"/>
              <a:gd name="connsiteX3" fmla="*/ 191588 w 2076994"/>
              <a:gd name="connsiteY3" fmla="*/ 126275 h 596537"/>
              <a:gd name="connsiteX4" fmla="*/ 226422 w 2076994"/>
              <a:gd name="connsiteY4" fmla="*/ 226423 h 596537"/>
              <a:gd name="connsiteX5" fmla="*/ 265611 w 2076994"/>
              <a:gd name="connsiteY5" fmla="*/ 304800 h 596537"/>
              <a:gd name="connsiteX6" fmla="*/ 304800 w 2076994"/>
              <a:gd name="connsiteY6" fmla="*/ 374469 h 596537"/>
              <a:gd name="connsiteX7" fmla="*/ 352697 w 2076994"/>
              <a:gd name="connsiteY7" fmla="*/ 439783 h 596537"/>
              <a:gd name="connsiteX8" fmla="*/ 461554 w 2076994"/>
              <a:gd name="connsiteY8" fmla="*/ 435429 h 596537"/>
              <a:gd name="connsiteX9" fmla="*/ 583474 w 2076994"/>
              <a:gd name="connsiteY9" fmla="*/ 418012 h 596537"/>
              <a:gd name="connsiteX10" fmla="*/ 609600 w 2076994"/>
              <a:gd name="connsiteY10" fmla="*/ 418012 h 596537"/>
              <a:gd name="connsiteX11" fmla="*/ 613954 w 2076994"/>
              <a:gd name="connsiteY11" fmla="*/ 487680 h 596537"/>
              <a:gd name="connsiteX12" fmla="*/ 635725 w 2076994"/>
              <a:gd name="connsiteY12" fmla="*/ 535577 h 596537"/>
              <a:gd name="connsiteX13" fmla="*/ 687977 w 2076994"/>
              <a:gd name="connsiteY13" fmla="*/ 566057 h 596537"/>
              <a:gd name="connsiteX14" fmla="*/ 788125 w 2076994"/>
              <a:gd name="connsiteY14" fmla="*/ 596537 h 596537"/>
              <a:gd name="connsiteX15" fmla="*/ 914400 w 2076994"/>
              <a:gd name="connsiteY15" fmla="*/ 596537 h 596537"/>
              <a:gd name="connsiteX16" fmla="*/ 1018902 w 2076994"/>
              <a:gd name="connsiteY16" fmla="*/ 579120 h 596537"/>
              <a:gd name="connsiteX17" fmla="*/ 1064623 w 2076994"/>
              <a:gd name="connsiteY17" fmla="*/ 497477 h 596537"/>
              <a:gd name="connsiteX18" fmla="*/ 1066073 w 2076994"/>
              <a:gd name="connsiteY18" fmla="*/ 406764 h 596537"/>
              <a:gd name="connsiteX19" fmla="*/ 1146265 w 2076994"/>
              <a:gd name="connsiteY19" fmla="*/ 415835 h 596537"/>
              <a:gd name="connsiteX20" fmla="*/ 1234802 w 2076994"/>
              <a:gd name="connsiteY20" fmla="*/ 412206 h 596537"/>
              <a:gd name="connsiteX21" fmla="*/ 1402442 w 2076994"/>
              <a:gd name="connsiteY21" fmla="*/ 406037 h 596537"/>
              <a:gd name="connsiteX22" fmla="*/ 1526539 w 2076994"/>
              <a:gd name="connsiteY22" fmla="*/ 361768 h 596537"/>
              <a:gd name="connsiteX23" fmla="*/ 1673497 w 2076994"/>
              <a:gd name="connsiteY23" fmla="*/ 284480 h 596537"/>
              <a:gd name="connsiteX24" fmla="*/ 1755139 w 2076994"/>
              <a:gd name="connsiteY24" fmla="*/ 250371 h 596537"/>
              <a:gd name="connsiteX25" fmla="*/ 1824808 w 2076994"/>
              <a:gd name="connsiteY25" fmla="*/ 243841 h 596537"/>
              <a:gd name="connsiteX26" fmla="*/ 1907177 w 2076994"/>
              <a:gd name="connsiteY26" fmla="*/ 252911 h 596537"/>
              <a:gd name="connsiteX27" fmla="*/ 1959428 w 2076994"/>
              <a:gd name="connsiteY27" fmla="*/ 287383 h 596537"/>
              <a:gd name="connsiteX28" fmla="*/ 2042160 w 2076994"/>
              <a:gd name="connsiteY28" fmla="*/ 204652 h 596537"/>
              <a:gd name="connsiteX29" fmla="*/ 2076994 w 2076994"/>
              <a:gd name="connsiteY29" fmla="*/ 152400 h 596537"/>
              <a:gd name="connsiteX30" fmla="*/ 2076994 w 2076994"/>
              <a:gd name="connsiteY30" fmla="*/ 152400 h 596537"/>
              <a:gd name="connsiteX31" fmla="*/ 2072640 w 2076994"/>
              <a:gd name="connsiteY31" fmla="*/ 195943 h 596537"/>
              <a:gd name="connsiteX0" fmla="*/ 0 w 2076994"/>
              <a:gd name="connsiteY0" fmla="*/ 8709 h 596537"/>
              <a:gd name="connsiteX1" fmla="*/ 82731 w 2076994"/>
              <a:gd name="connsiteY1" fmla="*/ 0 h 596537"/>
              <a:gd name="connsiteX2" fmla="*/ 152400 w 2076994"/>
              <a:gd name="connsiteY2" fmla="*/ 43543 h 596537"/>
              <a:gd name="connsiteX3" fmla="*/ 191588 w 2076994"/>
              <a:gd name="connsiteY3" fmla="*/ 126275 h 596537"/>
              <a:gd name="connsiteX4" fmla="*/ 226422 w 2076994"/>
              <a:gd name="connsiteY4" fmla="*/ 226423 h 596537"/>
              <a:gd name="connsiteX5" fmla="*/ 265611 w 2076994"/>
              <a:gd name="connsiteY5" fmla="*/ 304800 h 596537"/>
              <a:gd name="connsiteX6" fmla="*/ 304800 w 2076994"/>
              <a:gd name="connsiteY6" fmla="*/ 374469 h 596537"/>
              <a:gd name="connsiteX7" fmla="*/ 352697 w 2076994"/>
              <a:gd name="connsiteY7" fmla="*/ 439783 h 596537"/>
              <a:gd name="connsiteX8" fmla="*/ 461554 w 2076994"/>
              <a:gd name="connsiteY8" fmla="*/ 435429 h 596537"/>
              <a:gd name="connsiteX9" fmla="*/ 583474 w 2076994"/>
              <a:gd name="connsiteY9" fmla="*/ 418012 h 596537"/>
              <a:gd name="connsiteX10" fmla="*/ 609600 w 2076994"/>
              <a:gd name="connsiteY10" fmla="*/ 418012 h 596537"/>
              <a:gd name="connsiteX11" fmla="*/ 613954 w 2076994"/>
              <a:gd name="connsiteY11" fmla="*/ 487680 h 596537"/>
              <a:gd name="connsiteX12" fmla="*/ 635725 w 2076994"/>
              <a:gd name="connsiteY12" fmla="*/ 535577 h 596537"/>
              <a:gd name="connsiteX13" fmla="*/ 687977 w 2076994"/>
              <a:gd name="connsiteY13" fmla="*/ 566057 h 596537"/>
              <a:gd name="connsiteX14" fmla="*/ 788125 w 2076994"/>
              <a:gd name="connsiteY14" fmla="*/ 596537 h 596537"/>
              <a:gd name="connsiteX15" fmla="*/ 914400 w 2076994"/>
              <a:gd name="connsiteY15" fmla="*/ 596537 h 596537"/>
              <a:gd name="connsiteX16" fmla="*/ 1018902 w 2076994"/>
              <a:gd name="connsiteY16" fmla="*/ 579120 h 596537"/>
              <a:gd name="connsiteX17" fmla="*/ 1064623 w 2076994"/>
              <a:gd name="connsiteY17" fmla="*/ 497477 h 596537"/>
              <a:gd name="connsiteX18" fmla="*/ 1066073 w 2076994"/>
              <a:gd name="connsiteY18" fmla="*/ 406764 h 596537"/>
              <a:gd name="connsiteX19" fmla="*/ 1146265 w 2076994"/>
              <a:gd name="connsiteY19" fmla="*/ 415835 h 596537"/>
              <a:gd name="connsiteX20" fmla="*/ 1234802 w 2076994"/>
              <a:gd name="connsiteY20" fmla="*/ 412206 h 596537"/>
              <a:gd name="connsiteX21" fmla="*/ 1402442 w 2076994"/>
              <a:gd name="connsiteY21" fmla="*/ 406037 h 596537"/>
              <a:gd name="connsiteX22" fmla="*/ 1526539 w 2076994"/>
              <a:gd name="connsiteY22" fmla="*/ 361768 h 596537"/>
              <a:gd name="connsiteX23" fmla="*/ 1673497 w 2076994"/>
              <a:gd name="connsiteY23" fmla="*/ 284480 h 596537"/>
              <a:gd name="connsiteX24" fmla="*/ 1755139 w 2076994"/>
              <a:gd name="connsiteY24" fmla="*/ 250371 h 596537"/>
              <a:gd name="connsiteX25" fmla="*/ 1824808 w 2076994"/>
              <a:gd name="connsiteY25" fmla="*/ 243841 h 596537"/>
              <a:gd name="connsiteX26" fmla="*/ 1907177 w 2076994"/>
              <a:gd name="connsiteY26" fmla="*/ 252911 h 596537"/>
              <a:gd name="connsiteX27" fmla="*/ 1939471 w 2076994"/>
              <a:gd name="connsiteY27" fmla="*/ 243840 h 596537"/>
              <a:gd name="connsiteX28" fmla="*/ 2042160 w 2076994"/>
              <a:gd name="connsiteY28" fmla="*/ 204652 h 596537"/>
              <a:gd name="connsiteX29" fmla="*/ 2076994 w 2076994"/>
              <a:gd name="connsiteY29" fmla="*/ 152400 h 596537"/>
              <a:gd name="connsiteX30" fmla="*/ 2076994 w 2076994"/>
              <a:gd name="connsiteY30" fmla="*/ 152400 h 596537"/>
              <a:gd name="connsiteX31" fmla="*/ 2072640 w 2076994"/>
              <a:gd name="connsiteY31" fmla="*/ 195943 h 596537"/>
              <a:gd name="connsiteX0" fmla="*/ 0 w 2076994"/>
              <a:gd name="connsiteY0" fmla="*/ 8709 h 596537"/>
              <a:gd name="connsiteX1" fmla="*/ 82731 w 2076994"/>
              <a:gd name="connsiteY1" fmla="*/ 0 h 596537"/>
              <a:gd name="connsiteX2" fmla="*/ 152400 w 2076994"/>
              <a:gd name="connsiteY2" fmla="*/ 43543 h 596537"/>
              <a:gd name="connsiteX3" fmla="*/ 191588 w 2076994"/>
              <a:gd name="connsiteY3" fmla="*/ 126275 h 596537"/>
              <a:gd name="connsiteX4" fmla="*/ 226422 w 2076994"/>
              <a:gd name="connsiteY4" fmla="*/ 226423 h 596537"/>
              <a:gd name="connsiteX5" fmla="*/ 265611 w 2076994"/>
              <a:gd name="connsiteY5" fmla="*/ 304800 h 596537"/>
              <a:gd name="connsiteX6" fmla="*/ 304800 w 2076994"/>
              <a:gd name="connsiteY6" fmla="*/ 374469 h 596537"/>
              <a:gd name="connsiteX7" fmla="*/ 352697 w 2076994"/>
              <a:gd name="connsiteY7" fmla="*/ 439783 h 596537"/>
              <a:gd name="connsiteX8" fmla="*/ 461554 w 2076994"/>
              <a:gd name="connsiteY8" fmla="*/ 435429 h 596537"/>
              <a:gd name="connsiteX9" fmla="*/ 583474 w 2076994"/>
              <a:gd name="connsiteY9" fmla="*/ 418012 h 596537"/>
              <a:gd name="connsiteX10" fmla="*/ 609600 w 2076994"/>
              <a:gd name="connsiteY10" fmla="*/ 418012 h 596537"/>
              <a:gd name="connsiteX11" fmla="*/ 613954 w 2076994"/>
              <a:gd name="connsiteY11" fmla="*/ 487680 h 596537"/>
              <a:gd name="connsiteX12" fmla="*/ 635725 w 2076994"/>
              <a:gd name="connsiteY12" fmla="*/ 535577 h 596537"/>
              <a:gd name="connsiteX13" fmla="*/ 687977 w 2076994"/>
              <a:gd name="connsiteY13" fmla="*/ 566057 h 596537"/>
              <a:gd name="connsiteX14" fmla="*/ 788125 w 2076994"/>
              <a:gd name="connsiteY14" fmla="*/ 596537 h 596537"/>
              <a:gd name="connsiteX15" fmla="*/ 914400 w 2076994"/>
              <a:gd name="connsiteY15" fmla="*/ 596537 h 596537"/>
              <a:gd name="connsiteX16" fmla="*/ 1018902 w 2076994"/>
              <a:gd name="connsiteY16" fmla="*/ 579120 h 596537"/>
              <a:gd name="connsiteX17" fmla="*/ 1064623 w 2076994"/>
              <a:gd name="connsiteY17" fmla="*/ 497477 h 596537"/>
              <a:gd name="connsiteX18" fmla="*/ 1066073 w 2076994"/>
              <a:gd name="connsiteY18" fmla="*/ 406764 h 596537"/>
              <a:gd name="connsiteX19" fmla="*/ 1146265 w 2076994"/>
              <a:gd name="connsiteY19" fmla="*/ 415835 h 596537"/>
              <a:gd name="connsiteX20" fmla="*/ 1234802 w 2076994"/>
              <a:gd name="connsiteY20" fmla="*/ 412206 h 596537"/>
              <a:gd name="connsiteX21" fmla="*/ 1402442 w 2076994"/>
              <a:gd name="connsiteY21" fmla="*/ 406037 h 596537"/>
              <a:gd name="connsiteX22" fmla="*/ 1526539 w 2076994"/>
              <a:gd name="connsiteY22" fmla="*/ 361768 h 596537"/>
              <a:gd name="connsiteX23" fmla="*/ 1673497 w 2076994"/>
              <a:gd name="connsiteY23" fmla="*/ 284480 h 596537"/>
              <a:gd name="connsiteX24" fmla="*/ 1755139 w 2076994"/>
              <a:gd name="connsiteY24" fmla="*/ 250371 h 596537"/>
              <a:gd name="connsiteX25" fmla="*/ 1824808 w 2076994"/>
              <a:gd name="connsiteY25" fmla="*/ 243841 h 596537"/>
              <a:gd name="connsiteX26" fmla="*/ 1907177 w 2076994"/>
              <a:gd name="connsiteY26" fmla="*/ 252911 h 596537"/>
              <a:gd name="connsiteX27" fmla="*/ 1939471 w 2076994"/>
              <a:gd name="connsiteY27" fmla="*/ 243840 h 596537"/>
              <a:gd name="connsiteX28" fmla="*/ 1911531 w 2076994"/>
              <a:gd name="connsiteY28" fmla="*/ 153852 h 596537"/>
              <a:gd name="connsiteX29" fmla="*/ 2076994 w 2076994"/>
              <a:gd name="connsiteY29" fmla="*/ 152400 h 596537"/>
              <a:gd name="connsiteX30" fmla="*/ 2076994 w 2076994"/>
              <a:gd name="connsiteY30" fmla="*/ 152400 h 596537"/>
              <a:gd name="connsiteX31" fmla="*/ 2072640 w 2076994"/>
              <a:gd name="connsiteY31" fmla="*/ 195943 h 596537"/>
              <a:gd name="connsiteX0" fmla="*/ 0 w 2076994"/>
              <a:gd name="connsiteY0" fmla="*/ 8709 h 596537"/>
              <a:gd name="connsiteX1" fmla="*/ 82731 w 2076994"/>
              <a:gd name="connsiteY1" fmla="*/ 0 h 596537"/>
              <a:gd name="connsiteX2" fmla="*/ 152400 w 2076994"/>
              <a:gd name="connsiteY2" fmla="*/ 43543 h 596537"/>
              <a:gd name="connsiteX3" fmla="*/ 191588 w 2076994"/>
              <a:gd name="connsiteY3" fmla="*/ 126275 h 596537"/>
              <a:gd name="connsiteX4" fmla="*/ 226422 w 2076994"/>
              <a:gd name="connsiteY4" fmla="*/ 226423 h 596537"/>
              <a:gd name="connsiteX5" fmla="*/ 265611 w 2076994"/>
              <a:gd name="connsiteY5" fmla="*/ 304800 h 596537"/>
              <a:gd name="connsiteX6" fmla="*/ 304800 w 2076994"/>
              <a:gd name="connsiteY6" fmla="*/ 374469 h 596537"/>
              <a:gd name="connsiteX7" fmla="*/ 352697 w 2076994"/>
              <a:gd name="connsiteY7" fmla="*/ 439783 h 596537"/>
              <a:gd name="connsiteX8" fmla="*/ 461554 w 2076994"/>
              <a:gd name="connsiteY8" fmla="*/ 435429 h 596537"/>
              <a:gd name="connsiteX9" fmla="*/ 583474 w 2076994"/>
              <a:gd name="connsiteY9" fmla="*/ 418012 h 596537"/>
              <a:gd name="connsiteX10" fmla="*/ 609600 w 2076994"/>
              <a:gd name="connsiteY10" fmla="*/ 418012 h 596537"/>
              <a:gd name="connsiteX11" fmla="*/ 613954 w 2076994"/>
              <a:gd name="connsiteY11" fmla="*/ 487680 h 596537"/>
              <a:gd name="connsiteX12" fmla="*/ 635725 w 2076994"/>
              <a:gd name="connsiteY12" fmla="*/ 535577 h 596537"/>
              <a:gd name="connsiteX13" fmla="*/ 687977 w 2076994"/>
              <a:gd name="connsiteY13" fmla="*/ 566057 h 596537"/>
              <a:gd name="connsiteX14" fmla="*/ 788125 w 2076994"/>
              <a:gd name="connsiteY14" fmla="*/ 596537 h 596537"/>
              <a:gd name="connsiteX15" fmla="*/ 914400 w 2076994"/>
              <a:gd name="connsiteY15" fmla="*/ 596537 h 596537"/>
              <a:gd name="connsiteX16" fmla="*/ 1018902 w 2076994"/>
              <a:gd name="connsiteY16" fmla="*/ 579120 h 596537"/>
              <a:gd name="connsiteX17" fmla="*/ 1064623 w 2076994"/>
              <a:gd name="connsiteY17" fmla="*/ 497477 h 596537"/>
              <a:gd name="connsiteX18" fmla="*/ 1066073 w 2076994"/>
              <a:gd name="connsiteY18" fmla="*/ 406764 h 596537"/>
              <a:gd name="connsiteX19" fmla="*/ 1146265 w 2076994"/>
              <a:gd name="connsiteY19" fmla="*/ 415835 h 596537"/>
              <a:gd name="connsiteX20" fmla="*/ 1234802 w 2076994"/>
              <a:gd name="connsiteY20" fmla="*/ 412206 h 596537"/>
              <a:gd name="connsiteX21" fmla="*/ 1402442 w 2076994"/>
              <a:gd name="connsiteY21" fmla="*/ 406037 h 596537"/>
              <a:gd name="connsiteX22" fmla="*/ 1526539 w 2076994"/>
              <a:gd name="connsiteY22" fmla="*/ 361768 h 596537"/>
              <a:gd name="connsiteX23" fmla="*/ 1673497 w 2076994"/>
              <a:gd name="connsiteY23" fmla="*/ 284480 h 596537"/>
              <a:gd name="connsiteX24" fmla="*/ 1755139 w 2076994"/>
              <a:gd name="connsiteY24" fmla="*/ 250371 h 596537"/>
              <a:gd name="connsiteX25" fmla="*/ 1824808 w 2076994"/>
              <a:gd name="connsiteY25" fmla="*/ 243841 h 596537"/>
              <a:gd name="connsiteX26" fmla="*/ 1907177 w 2076994"/>
              <a:gd name="connsiteY26" fmla="*/ 252911 h 596537"/>
              <a:gd name="connsiteX27" fmla="*/ 1939471 w 2076994"/>
              <a:gd name="connsiteY27" fmla="*/ 243840 h 596537"/>
              <a:gd name="connsiteX28" fmla="*/ 1911531 w 2076994"/>
              <a:gd name="connsiteY28" fmla="*/ 153852 h 596537"/>
              <a:gd name="connsiteX29" fmla="*/ 2076994 w 2076994"/>
              <a:gd name="connsiteY29" fmla="*/ 152400 h 596537"/>
              <a:gd name="connsiteX30" fmla="*/ 1833880 w 2076994"/>
              <a:gd name="connsiteY30" fmla="*/ 170543 h 596537"/>
              <a:gd name="connsiteX31" fmla="*/ 2072640 w 2076994"/>
              <a:gd name="connsiteY31" fmla="*/ 195943 h 596537"/>
              <a:gd name="connsiteX0" fmla="*/ 0 w 2076994"/>
              <a:gd name="connsiteY0" fmla="*/ 8709 h 596537"/>
              <a:gd name="connsiteX1" fmla="*/ 82731 w 2076994"/>
              <a:gd name="connsiteY1" fmla="*/ 0 h 596537"/>
              <a:gd name="connsiteX2" fmla="*/ 152400 w 2076994"/>
              <a:gd name="connsiteY2" fmla="*/ 43543 h 596537"/>
              <a:gd name="connsiteX3" fmla="*/ 191588 w 2076994"/>
              <a:gd name="connsiteY3" fmla="*/ 126275 h 596537"/>
              <a:gd name="connsiteX4" fmla="*/ 226422 w 2076994"/>
              <a:gd name="connsiteY4" fmla="*/ 226423 h 596537"/>
              <a:gd name="connsiteX5" fmla="*/ 265611 w 2076994"/>
              <a:gd name="connsiteY5" fmla="*/ 304800 h 596537"/>
              <a:gd name="connsiteX6" fmla="*/ 304800 w 2076994"/>
              <a:gd name="connsiteY6" fmla="*/ 374469 h 596537"/>
              <a:gd name="connsiteX7" fmla="*/ 352697 w 2076994"/>
              <a:gd name="connsiteY7" fmla="*/ 439783 h 596537"/>
              <a:gd name="connsiteX8" fmla="*/ 461554 w 2076994"/>
              <a:gd name="connsiteY8" fmla="*/ 435429 h 596537"/>
              <a:gd name="connsiteX9" fmla="*/ 583474 w 2076994"/>
              <a:gd name="connsiteY9" fmla="*/ 418012 h 596537"/>
              <a:gd name="connsiteX10" fmla="*/ 609600 w 2076994"/>
              <a:gd name="connsiteY10" fmla="*/ 418012 h 596537"/>
              <a:gd name="connsiteX11" fmla="*/ 613954 w 2076994"/>
              <a:gd name="connsiteY11" fmla="*/ 487680 h 596537"/>
              <a:gd name="connsiteX12" fmla="*/ 635725 w 2076994"/>
              <a:gd name="connsiteY12" fmla="*/ 535577 h 596537"/>
              <a:gd name="connsiteX13" fmla="*/ 687977 w 2076994"/>
              <a:gd name="connsiteY13" fmla="*/ 566057 h 596537"/>
              <a:gd name="connsiteX14" fmla="*/ 788125 w 2076994"/>
              <a:gd name="connsiteY14" fmla="*/ 596537 h 596537"/>
              <a:gd name="connsiteX15" fmla="*/ 914400 w 2076994"/>
              <a:gd name="connsiteY15" fmla="*/ 596537 h 596537"/>
              <a:gd name="connsiteX16" fmla="*/ 1018902 w 2076994"/>
              <a:gd name="connsiteY16" fmla="*/ 579120 h 596537"/>
              <a:gd name="connsiteX17" fmla="*/ 1064623 w 2076994"/>
              <a:gd name="connsiteY17" fmla="*/ 497477 h 596537"/>
              <a:gd name="connsiteX18" fmla="*/ 1066073 w 2076994"/>
              <a:gd name="connsiteY18" fmla="*/ 406764 h 596537"/>
              <a:gd name="connsiteX19" fmla="*/ 1146265 w 2076994"/>
              <a:gd name="connsiteY19" fmla="*/ 415835 h 596537"/>
              <a:gd name="connsiteX20" fmla="*/ 1234802 w 2076994"/>
              <a:gd name="connsiteY20" fmla="*/ 412206 h 596537"/>
              <a:gd name="connsiteX21" fmla="*/ 1402442 w 2076994"/>
              <a:gd name="connsiteY21" fmla="*/ 406037 h 596537"/>
              <a:gd name="connsiteX22" fmla="*/ 1526539 w 2076994"/>
              <a:gd name="connsiteY22" fmla="*/ 361768 h 596537"/>
              <a:gd name="connsiteX23" fmla="*/ 1673497 w 2076994"/>
              <a:gd name="connsiteY23" fmla="*/ 284480 h 596537"/>
              <a:gd name="connsiteX24" fmla="*/ 1755139 w 2076994"/>
              <a:gd name="connsiteY24" fmla="*/ 250371 h 596537"/>
              <a:gd name="connsiteX25" fmla="*/ 1824808 w 2076994"/>
              <a:gd name="connsiteY25" fmla="*/ 243841 h 596537"/>
              <a:gd name="connsiteX26" fmla="*/ 1907177 w 2076994"/>
              <a:gd name="connsiteY26" fmla="*/ 252911 h 596537"/>
              <a:gd name="connsiteX27" fmla="*/ 1939471 w 2076994"/>
              <a:gd name="connsiteY27" fmla="*/ 243840 h 596537"/>
              <a:gd name="connsiteX28" fmla="*/ 1911531 w 2076994"/>
              <a:gd name="connsiteY28" fmla="*/ 153852 h 596537"/>
              <a:gd name="connsiteX29" fmla="*/ 2076994 w 2076994"/>
              <a:gd name="connsiteY29" fmla="*/ 152400 h 596537"/>
              <a:gd name="connsiteX30" fmla="*/ 1833880 w 2076994"/>
              <a:gd name="connsiteY30" fmla="*/ 170543 h 596537"/>
              <a:gd name="connsiteX31" fmla="*/ 1704340 w 2076994"/>
              <a:gd name="connsiteY31" fmla="*/ 183243 h 596537"/>
              <a:gd name="connsiteX0" fmla="*/ 0 w 1939471"/>
              <a:gd name="connsiteY0" fmla="*/ 8709 h 596537"/>
              <a:gd name="connsiteX1" fmla="*/ 82731 w 1939471"/>
              <a:gd name="connsiteY1" fmla="*/ 0 h 596537"/>
              <a:gd name="connsiteX2" fmla="*/ 152400 w 1939471"/>
              <a:gd name="connsiteY2" fmla="*/ 43543 h 596537"/>
              <a:gd name="connsiteX3" fmla="*/ 191588 w 1939471"/>
              <a:gd name="connsiteY3" fmla="*/ 126275 h 596537"/>
              <a:gd name="connsiteX4" fmla="*/ 226422 w 1939471"/>
              <a:gd name="connsiteY4" fmla="*/ 226423 h 596537"/>
              <a:gd name="connsiteX5" fmla="*/ 265611 w 1939471"/>
              <a:gd name="connsiteY5" fmla="*/ 304800 h 596537"/>
              <a:gd name="connsiteX6" fmla="*/ 304800 w 1939471"/>
              <a:gd name="connsiteY6" fmla="*/ 374469 h 596537"/>
              <a:gd name="connsiteX7" fmla="*/ 352697 w 1939471"/>
              <a:gd name="connsiteY7" fmla="*/ 439783 h 596537"/>
              <a:gd name="connsiteX8" fmla="*/ 461554 w 1939471"/>
              <a:gd name="connsiteY8" fmla="*/ 435429 h 596537"/>
              <a:gd name="connsiteX9" fmla="*/ 583474 w 1939471"/>
              <a:gd name="connsiteY9" fmla="*/ 418012 h 596537"/>
              <a:gd name="connsiteX10" fmla="*/ 609600 w 1939471"/>
              <a:gd name="connsiteY10" fmla="*/ 418012 h 596537"/>
              <a:gd name="connsiteX11" fmla="*/ 613954 w 1939471"/>
              <a:gd name="connsiteY11" fmla="*/ 487680 h 596537"/>
              <a:gd name="connsiteX12" fmla="*/ 635725 w 1939471"/>
              <a:gd name="connsiteY12" fmla="*/ 535577 h 596537"/>
              <a:gd name="connsiteX13" fmla="*/ 687977 w 1939471"/>
              <a:gd name="connsiteY13" fmla="*/ 566057 h 596537"/>
              <a:gd name="connsiteX14" fmla="*/ 788125 w 1939471"/>
              <a:gd name="connsiteY14" fmla="*/ 596537 h 596537"/>
              <a:gd name="connsiteX15" fmla="*/ 914400 w 1939471"/>
              <a:gd name="connsiteY15" fmla="*/ 596537 h 596537"/>
              <a:gd name="connsiteX16" fmla="*/ 1018902 w 1939471"/>
              <a:gd name="connsiteY16" fmla="*/ 579120 h 596537"/>
              <a:gd name="connsiteX17" fmla="*/ 1064623 w 1939471"/>
              <a:gd name="connsiteY17" fmla="*/ 497477 h 596537"/>
              <a:gd name="connsiteX18" fmla="*/ 1066073 w 1939471"/>
              <a:gd name="connsiteY18" fmla="*/ 406764 h 596537"/>
              <a:gd name="connsiteX19" fmla="*/ 1146265 w 1939471"/>
              <a:gd name="connsiteY19" fmla="*/ 415835 h 596537"/>
              <a:gd name="connsiteX20" fmla="*/ 1234802 w 1939471"/>
              <a:gd name="connsiteY20" fmla="*/ 412206 h 596537"/>
              <a:gd name="connsiteX21" fmla="*/ 1402442 w 1939471"/>
              <a:gd name="connsiteY21" fmla="*/ 406037 h 596537"/>
              <a:gd name="connsiteX22" fmla="*/ 1526539 w 1939471"/>
              <a:gd name="connsiteY22" fmla="*/ 361768 h 596537"/>
              <a:gd name="connsiteX23" fmla="*/ 1673497 w 1939471"/>
              <a:gd name="connsiteY23" fmla="*/ 284480 h 596537"/>
              <a:gd name="connsiteX24" fmla="*/ 1755139 w 1939471"/>
              <a:gd name="connsiteY24" fmla="*/ 250371 h 596537"/>
              <a:gd name="connsiteX25" fmla="*/ 1824808 w 1939471"/>
              <a:gd name="connsiteY25" fmla="*/ 243841 h 596537"/>
              <a:gd name="connsiteX26" fmla="*/ 1907177 w 1939471"/>
              <a:gd name="connsiteY26" fmla="*/ 252911 h 596537"/>
              <a:gd name="connsiteX27" fmla="*/ 1939471 w 1939471"/>
              <a:gd name="connsiteY27" fmla="*/ 243840 h 596537"/>
              <a:gd name="connsiteX28" fmla="*/ 1911531 w 1939471"/>
              <a:gd name="connsiteY28" fmla="*/ 153852 h 596537"/>
              <a:gd name="connsiteX29" fmla="*/ 1578066 w 1939471"/>
              <a:gd name="connsiteY29" fmla="*/ 215900 h 596537"/>
              <a:gd name="connsiteX30" fmla="*/ 1833880 w 1939471"/>
              <a:gd name="connsiteY30" fmla="*/ 170543 h 596537"/>
              <a:gd name="connsiteX31" fmla="*/ 1704340 w 1939471"/>
              <a:gd name="connsiteY31" fmla="*/ 183243 h 596537"/>
              <a:gd name="connsiteX0" fmla="*/ 0 w 1939471"/>
              <a:gd name="connsiteY0" fmla="*/ 8709 h 596537"/>
              <a:gd name="connsiteX1" fmla="*/ 82731 w 1939471"/>
              <a:gd name="connsiteY1" fmla="*/ 0 h 596537"/>
              <a:gd name="connsiteX2" fmla="*/ 152400 w 1939471"/>
              <a:gd name="connsiteY2" fmla="*/ 43543 h 596537"/>
              <a:gd name="connsiteX3" fmla="*/ 191588 w 1939471"/>
              <a:gd name="connsiteY3" fmla="*/ 126275 h 596537"/>
              <a:gd name="connsiteX4" fmla="*/ 226422 w 1939471"/>
              <a:gd name="connsiteY4" fmla="*/ 226423 h 596537"/>
              <a:gd name="connsiteX5" fmla="*/ 265611 w 1939471"/>
              <a:gd name="connsiteY5" fmla="*/ 304800 h 596537"/>
              <a:gd name="connsiteX6" fmla="*/ 304800 w 1939471"/>
              <a:gd name="connsiteY6" fmla="*/ 374469 h 596537"/>
              <a:gd name="connsiteX7" fmla="*/ 352697 w 1939471"/>
              <a:gd name="connsiteY7" fmla="*/ 439783 h 596537"/>
              <a:gd name="connsiteX8" fmla="*/ 461554 w 1939471"/>
              <a:gd name="connsiteY8" fmla="*/ 435429 h 596537"/>
              <a:gd name="connsiteX9" fmla="*/ 583474 w 1939471"/>
              <a:gd name="connsiteY9" fmla="*/ 418012 h 596537"/>
              <a:gd name="connsiteX10" fmla="*/ 609600 w 1939471"/>
              <a:gd name="connsiteY10" fmla="*/ 418012 h 596537"/>
              <a:gd name="connsiteX11" fmla="*/ 613954 w 1939471"/>
              <a:gd name="connsiteY11" fmla="*/ 487680 h 596537"/>
              <a:gd name="connsiteX12" fmla="*/ 635725 w 1939471"/>
              <a:gd name="connsiteY12" fmla="*/ 535577 h 596537"/>
              <a:gd name="connsiteX13" fmla="*/ 687977 w 1939471"/>
              <a:gd name="connsiteY13" fmla="*/ 566057 h 596537"/>
              <a:gd name="connsiteX14" fmla="*/ 788125 w 1939471"/>
              <a:gd name="connsiteY14" fmla="*/ 596537 h 596537"/>
              <a:gd name="connsiteX15" fmla="*/ 914400 w 1939471"/>
              <a:gd name="connsiteY15" fmla="*/ 596537 h 596537"/>
              <a:gd name="connsiteX16" fmla="*/ 1018902 w 1939471"/>
              <a:gd name="connsiteY16" fmla="*/ 579120 h 596537"/>
              <a:gd name="connsiteX17" fmla="*/ 1064623 w 1939471"/>
              <a:gd name="connsiteY17" fmla="*/ 497477 h 596537"/>
              <a:gd name="connsiteX18" fmla="*/ 1066073 w 1939471"/>
              <a:gd name="connsiteY18" fmla="*/ 406764 h 596537"/>
              <a:gd name="connsiteX19" fmla="*/ 1146265 w 1939471"/>
              <a:gd name="connsiteY19" fmla="*/ 415835 h 596537"/>
              <a:gd name="connsiteX20" fmla="*/ 1234802 w 1939471"/>
              <a:gd name="connsiteY20" fmla="*/ 412206 h 596537"/>
              <a:gd name="connsiteX21" fmla="*/ 1402442 w 1939471"/>
              <a:gd name="connsiteY21" fmla="*/ 406037 h 596537"/>
              <a:gd name="connsiteX22" fmla="*/ 1526539 w 1939471"/>
              <a:gd name="connsiteY22" fmla="*/ 361768 h 596537"/>
              <a:gd name="connsiteX23" fmla="*/ 1673497 w 1939471"/>
              <a:gd name="connsiteY23" fmla="*/ 284480 h 596537"/>
              <a:gd name="connsiteX24" fmla="*/ 1755139 w 1939471"/>
              <a:gd name="connsiteY24" fmla="*/ 250371 h 596537"/>
              <a:gd name="connsiteX25" fmla="*/ 1824808 w 1939471"/>
              <a:gd name="connsiteY25" fmla="*/ 243841 h 596537"/>
              <a:gd name="connsiteX26" fmla="*/ 1907177 w 1939471"/>
              <a:gd name="connsiteY26" fmla="*/ 252911 h 596537"/>
              <a:gd name="connsiteX27" fmla="*/ 1939471 w 1939471"/>
              <a:gd name="connsiteY27" fmla="*/ 243840 h 596537"/>
              <a:gd name="connsiteX28" fmla="*/ 1911531 w 1939471"/>
              <a:gd name="connsiteY28" fmla="*/ 153852 h 596537"/>
              <a:gd name="connsiteX29" fmla="*/ 1833880 w 1939471"/>
              <a:gd name="connsiteY29" fmla="*/ 170543 h 596537"/>
              <a:gd name="connsiteX30" fmla="*/ 1704340 w 1939471"/>
              <a:gd name="connsiteY30" fmla="*/ 183243 h 596537"/>
              <a:gd name="connsiteX0" fmla="*/ 0 w 1939471"/>
              <a:gd name="connsiteY0" fmla="*/ 8709 h 596537"/>
              <a:gd name="connsiteX1" fmla="*/ 82731 w 1939471"/>
              <a:gd name="connsiteY1" fmla="*/ 0 h 596537"/>
              <a:gd name="connsiteX2" fmla="*/ 152400 w 1939471"/>
              <a:gd name="connsiteY2" fmla="*/ 43543 h 596537"/>
              <a:gd name="connsiteX3" fmla="*/ 191588 w 1939471"/>
              <a:gd name="connsiteY3" fmla="*/ 126275 h 596537"/>
              <a:gd name="connsiteX4" fmla="*/ 226422 w 1939471"/>
              <a:gd name="connsiteY4" fmla="*/ 226423 h 596537"/>
              <a:gd name="connsiteX5" fmla="*/ 265611 w 1939471"/>
              <a:gd name="connsiteY5" fmla="*/ 304800 h 596537"/>
              <a:gd name="connsiteX6" fmla="*/ 304800 w 1939471"/>
              <a:gd name="connsiteY6" fmla="*/ 374469 h 596537"/>
              <a:gd name="connsiteX7" fmla="*/ 352697 w 1939471"/>
              <a:gd name="connsiteY7" fmla="*/ 439783 h 596537"/>
              <a:gd name="connsiteX8" fmla="*/ 461554 w 1939471"/>
              <a:gd name="connsiteY8" fmla="*/ 435429 h 596537"/>
              <a:gd name="connsiteX9" fmla="*/ 583474 w 1939471"/>
              <a:gd name="connsiteY9" fmla="*/ 418012 h 596537"/>
              <a:gd name="connsiteX10" fmla="*/ 609600 w 1939471"/>
              <a:gd name="connsiteY10" fmla="*/ 418012 h 596537"/>
              <a:gd name="connsiteX11" fmla="*/ 613954 w 1939471"/>
              <a:gd name="connsiteY11" fmla="*/ 487680 h 596537"/>
              <a:gd name="connsiteX12" fmla="*/ 635725 w 1939471"/>
              <a:gd name="connsiteY12" fmla="*/ 535577 h 596537"/>
              <a:gd name="connsiteX13" fmla="*/ 687977 w 1939471"/>
              <a:gd name="connsiteY13" fmla="*/ 566057 h 596537"/>
              <a:gd name="connsiteX14" fmla="*/ 788125 w 1939471"/>
              <a:gd name="connsiteY14" fmla="*/ 596537 h 596537"/>
              <a:gd name="connsiteX15" fmla="*/ 914400 w 1939471"/>
              <a:gd name="connsiteY15" fmla="*/ 596537 h 596537"/>
              <a:gd name="connsiteX16" fmla="*/ 1018902 w 1939471"/>
              <a:gd name="connsiteY16" fmla="*/ 579120 h 596537"/>
              <a:gd name="connsiteX17" fmla="*/ 1064623 w 1939471"/>
              <a:gd name="connsiteY17" fmla="*/ 497477 h 596537"/>
              <a:gd name="connsiteX18" fmla="*/ 1066073 w 1939471"/>
              <a:gd name="connsiteY18" fmla="*/ 406764 h 596537"/>
              <a:gd name="connsiteX19" fmla="*/ 1146265 w 1939471"/>
              <a:gd name="connsiteY19" fmla="*/ 415835 h 596537"/>
              <a:gd name="connsiteX20" fmla="*/ 1234802 w 1939471"/>
              <a:gd name="connsiteY20" fmla="*/ 412206 h 596537"/>
              <a:gd name="connsiteX21" fmla="*/ 1402442 w 1939471"/>
              <a:gd name="connsiteY21" fmla="*/ 406037 h 596537"/>
              <a:gd name="connsiteX22" fmla="*/ 1526539 w 1939471"/>
              <a:gd name="connsiteY22" fmla="*/ 361768 h 596537"/>
              <a:gd name="connsiteX23" fmla="*/ 1673497 w 1939471"/>
              <a:gd name="connsiteY23" fmla="*/ 284480 h 596537"/>
              <a:gd name="connsiteX24" fmla="*/ 1755139 w 1939471"/>
              <a:gd name="connsiteY24" fmla="*/ 250371 h 596537"/>
              <a:gd name="connsiteX25" fmla="*/ 1824808 w 1939471"/>
              <a:gd name="connsiteY25" fmla="*/ 243841 h 596537"/>
              <a:gd name="connsiteX26" fmla="*/ 1907177 w 1939471"/>
              <a:gd name="connsiteY26" fmla="*/ 252911 h 596537"/>
              <a:gd name="connsiteX27" fmla="*/ 1939471 w 1939471"/>
              <a:gd name="connsiteY27" fmla="*/ 243840 h 596537"/>
              <a:gd name="connsiteX28" fmla="*/ 1911531 w 1939471"/>
              <a:gd name="connsiteY28" fmla="*/ 153852 h 596537"/>
              <a:gd name="connsiteX29" fmla="*/ 1833880 w 1939471"/>
              <a:gd name="connsiteY29" fmla="*/ 170543 h 596537"/>
              <a:gd name="connsiteX0" fmla="*/ 0 w 1939471"/>
              <a:gd name="connsiteY0" fmla="*/ 8709 h 596537"/>
              <a:gd name="connsiteX1" fmla="*/ 82731 w 1939471"/>
              <a:gd name="connsiteY1" fmla="*/ 0 h 596537"/>
              <a:gd name="connsiteX2" fmla="*/ 152400 w 1939471"/>
              <a:gd name="connsiteY2" fmla="*/ 43543 h 596537"/>
              <a:gd name="connsiteX3" fmla="*/ 191588 w 1939471"/>
              <a:gd name="connsiteY3" fmla="*/ 126275 h 596537"/>
              <a:gd name="connsiteX4" fmla="*/ 226422 w 1939471"/>
              <a:gd name="connsiteY4" fmla="*/ 226423 h 596537"/>
              <a:gd name="connsiteX5" fmla="*/ 265611 w 1939471"/>
              <a:gd name="connsiteY5" fmla="*/ 304800 h 596537"/>
              <a:gd name="connsiteX6" fmla="*/ 304800 w 1939471"/>
              <a:gd name="connsiteY6" fmla="*/ 374469 h 596537"/>
              <a:gd name="connsiteX7" fmla="*/ 352697 w 1939471"/>
              <a:gd name="connsiteY7" fmla="*/ 439783 h 596537"/>
              <a:gd name="connsiteX8" fmla="*/ 461554 w 1939471"/>
              <a:gd name="connsiteY8" fmla="*/ 435429 h 596537"/>
              <a:gd name="connsiteX9" fmla="*/ 583474 w 1939471"/>
              <a:gd name="connsiteY9" fmla="*/ 418012 h 596537"/>
              <a:gd name="connsiteX10" fmla="*/ 609600 w 1939471"/>
              <a:gd name="connsiteY10" fmla="*/ 418012 h 596537"/>
              <a:gd name="connsiteX11" fmla="*/ 613954 w 1939471"/>
              <a:gd name="connsiteY11" fmla="*/ 487680 h 596537"/>
              <a:gd name="connsiteX12" fmla="*/ 635725 w 1939471"/>
              <a:gd name="connsiteY12" fmla="*/ 535577 h 596537"/>
              <a:gd name="connsiteX13" fmla="*/ 687977 w 1939471"/>
              <a:gd name="connsiteY13" fmla="*/ 566057 h 596537"/>
              <a:gd name="connsiteX14" fmla="*/ 788125 w 1939471"/>
              <a:gd name="connsiteY14" fmla="*/ 596537 h 596537"/>
              <a:gd name="connsiteX15" fmla="*/ 914400 w 1939471"/>
              <a:gd name="connsiteY15" fmla="*/ 596537 h 596537"/>
              <a:gd name="connsiteX16" fmla="*/ 1018902 w 1939471"/>
              <a:gd name="connsiteY16" fmla="*/ 579120 h 596537"/>
              <a:gd name="connsiteX17" fmla="*/ 1064623 w 1939471"/>
              <a:gd name="connsiteY17" fmla="*/ 497477 h 596537"/>
              <a:gd name="connsiteX18" fmla="*/ 1066073 w 1939471"/>
              <a:gd name="connsiteY18" fmla="*/ 406764 h 596537"/>
              <a:gd name="connsiteX19" fmla="*/ 1146265 w 1939471"/>
              <a:gd name="connsiteY19" fmla="*/ 415835 h 596537"/>
              <a:gd name="connsiteX20" fmla="*/ 1234802 w 1939471"/>
              <a:gd name="connsiteY20" fmla="*/ 412206 h 596537"/>
              <a:gd name="connsiteX21" fmla="*/ 1402442 w 1939471"/>
              <a:gd name="connsiteY21" fmla="*/ 406037 h 596537"/>
              <a:gd name="connsiteX22" fmla="*/ 1526539 w 1939471"/>
              <a:gd name="connsiteY22" fmla="*/ 361768 h 596537"/>
              <a:gd name="connsiteX23" fmla="*/ 1673497 w 1939471"/>
              <a:gd name="connsiteY23" fmla="*/ 284480 h 596537"/>
              <a:gd name="connsiteX24" fmla="*/ 1755139 w 1939471"/>
              <a:gd name="connsiteY24" fmla="*/ 250371 h 596537"/>
              <a:gd name="connsiteX25" fmla="*/ 1824808 w 1939471"/>
              <a:gd name="connsiteY25" fmla="*/ 243841 h 596537"/>
              <a:gd name="connsiteX26" fmla="*/ 1907177 w 1939471"/>
              <a:gd name="connsiteY26" fmla="*/ 252911 h 596537"/>
              <a:gd name="connsiteX27" fmla="*/ 1939471 w 1939471"/>
              <a:gd name="connsiteY27" fmla="*/ 243840 h 596537"/>
              <a:gd name="connsiteX28" fmla="*/ 1911531 w 1939471"/>
              <a:gd name="connsiteY28" fmla="*/ 153852 h 596537"/>
              <a:gd name="connsiteX0" fmla="*/ 0 w 1939471"/>
              <a:gd name="connsiteY0" fmla="*/ 8709 h 596537"/>
              <a:gd name="connsiteX1" fmla="*/ 82731 w 1939471"/>
              <a:gd name="connsiteY1" fmla="*/ 0 h 596537"/>
              <a:gd name="connsiteX2" fmla="*/ 152400 w 1939471"/>
              <a:gd name="connsiteY2" fmla="*/ 43543 h 596537"/>
              <a:gd name="connsiteX3" fmla="*/ 191588 w 1939471"/>
              <a:gd name="connsiteY3" fmla="*/ 126275 h 596537"/>
              <a:gd name="connsiteX4" fmla="*/ 226422 w 1939471"/>
              <a:gd name="connsiteY4" fmla="*/ 226423 h 596537"/>
              <a:gd name="connsiteX5" fmla="*/ 265611 w 1939471"/>
              <a:gd name="connsiteY5" fmla="*/ 304800 h 596537"/>
              <a:gd name="connsiteX6" fmla="*/ 304800 w 1939471"/>
              <a:gd name="connsiteY6" fmla="*/ 374469 h 596537"/>
              <a:gd name="connsiteX7" fmla="*/ 352697 w 1939471"/>
              <a:gd name="connsiteY7" fmla="*/ 439783 h 596537"/>
              <a:gd name="connsiteX8" fmla="*/ 461554 w 1939471"/>
              <a:gd name="connsiteY8" fmla="*/ 435429 h 596537"/>
              <a:gd name="connsiteX9" fmla="*/ 583474 w 1939471"/>
              <a:gd name="connsiteY9" fmla="*/ 418012 h 596537"/>
              <a:gd name="connsiteX10" fmla="*/ 609600 w 1939471"/>
              <a:gd name="connsiteY10" fmla="*/ 418012 h 596537"/>
              <a:gd name="connsiteX11" fmla="*/ 613954 w 1939471"/>
              <a:gd name="connsiteY11" fmla="*/ 487680 h 596537"/>
              <a:gd name="connsiteX12" fmla="*/ 635725 w 1939471"/>
              <a:gd name="connsiteY12" fmla="*/ 535577 h 596537"/>
              <a:gd name="connsiteX13" fmla="*/ 687977 w 1939471"/>
              <a:gd name="connsiteY13" fmla="*/ 566057 h 596537"/>
              <a:gd name="connsiteX14" fmla="*/ 788125 w 1939471"/>
              <a:gd name="connsiteY14" fmla="*/ 596537 h 596537"/>
              <a:gd name="connsiteX15" fmla="*/ 914400 w 1939471"/>
              <a:gd name="connsiteY15" fmla="*/ 596537 h 596537"/>
              <a:gd name="connsiteX16" fmla="*/ 1018902 w 1939471"/>
              <a:gd name="connsiteY16" fmla="*/ 579120 h 596537"/>
              <a:gd name="connsiteX17" fmla="*/ 1064623 w 1939471"/>
              <a:gd name="connsiteY17" fmla="*/ 497477 h 596537"/>
              <a:gd name="connsiteX18" fmla="*/ 1066073 w 1939471"/>
              <a:gd name="connsiteY18" fmla="*/ 406764 h 596537"/>
              <a:gd name="connsiteX19" fmla="*/ 1146265 w 1939471"/>
              <a:gd name="connsiteY19" fmla="*/ 415835 h 596537"/>
              <a:gd name="connsiteX20" fmla="*/ 1234802 w 1939471"/>
              <a:gd name="connsiteY20" fmla="*/ 412206 h 596537"/>
              <a:gd name="connsiteX21" fmla="*/ 1402442 w 1939471"/>
              <a:gd name="connsiteY21" fmla="*/ 406037 h 596537"/>
              <a:gd name="connsiteX22" fmla="*/ 1526539 w 1939471"/>
              <a:gd name="connsiteY22" fmla="*/ 361768 h 596537"/>
              <a:gd name="connsiteX23" fmla="*/ 1673497 w 1939471"/>
              <a:gd name="connsiteY23" fmla="*/ 284480 h 596537"/>
              <a:gd name="connsiteX24" fmla="*/ 1755139 w 1939471"/>
              <a:gd name="connsiteY24" fmla="*/ 250371 h 596537"/>
              <a:gd name="connsiteX25" fmla="*/ 1824808 w 1939471"/>
              <a:gd name="connsiteY25" fmla="*/ 243841 h 596537"/>
              <a:gd name="connsiteX26" fmla="*/ 1907177 w 1939471"/>
              <a:gd name="connsiteY26" fmla="*/ 252911 h 596537"/>
              <a:gd name="connsiteX27" fmla="*/ 1939471 w 1939471"/>
              <a:gd name="connsiteY27" fmla="*/ 243840 h 596537"/>
              <a:gd name="connsiteX28" fmla="*/ 1938745 w 1939471"/>
              <a:gd name="connsiteY28" fmla="*/ 155666 h 596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939471" h="596537">
                <a:moveTo>
                  <a:pt x="0" y="8709"/>
                </a:moveTo>
                <a:lnTo>
                  <a:pt x="82731" y="0"/>
                </a:lnTo>
                <a:lnTo>
                  <a:pt x="152400" y="43543"/>
                </a:lnTo>
                <a:lnTo>
                  <a:pt x="191588" y="126275"/>
                </a:lnTo>
                <a:lnTo>
                  <a:pt x="226422" y="226423"/>
                </a:lnTo>
                <a:lnTo>
                  <a:pt x="265611" y="304800"/>
                </a:lnTo>
                <a:lnTo>
                  <a:pt x="304800" y="374469"/>
                </a:lnTo>
                <a:lnTo>
                  <a:pt x="352697" y="439783"/>
                </a:lnTo>
                <a:lnTo>
                  <a:pt x="461554" y="435429"/>
                </a:lnTo>
                <a:lnTo>
                  <a:pt x="583474" y="418012"/>
                </a:lnTo>
                <a:lnTo>
                  <a:pt x="609600" y="418012"/>
                </a:lnTo>
                <a:lnTo>
                  <a:pt x="613954" y="487680"/>
                </a:lnTo>
                <a:lnTo>
                  <a:pt x="635725" y="535577"/>
                </a:lnTo>
                <a:lnTo>
                  <a:pt x="687977" y="566057"/>
                </a:lnTo>
                <a:lnTo>
                  <a:pt x="788125" y="596537"/>
                </a:lnTo>
                <a:lnTo>
                  <a:pt x="914400" y="596537"/>
                </a:lnTo>
                <a:lnTo>
                  <a:pt x="1018902" y="579120"/>
                </a:lnTo>
                <a:lnTo>
                  <a:pt x="1064623" y="497477"/>
                </a:lnTo>
                <a:cubicBezTo>
                  <a:pt x="1065106" y="467239"/>
                  <a:pt x="1065590" y="437002"/>
                  <a:pt x="1066073" y="406764"/>
                </a:cubicBezTo>
                <a:lnTo>
                  <a:pt x="1146265" y="415835"/>
                </a:lnTo>
                <a:lnTo>
                  <a:pt x="1234802" y="412206"/>
                </a:lnTo>
                <a:lnTo>
                  <a:pt x="1402442" y="406037"/>
                </a:lnTo>
                <a:lnTo>
                  <a:pt x="1526539" y="361768"/>
                </a:lnTo>
                <a:lnTo>
                  <a:pt x="1673497" y="284480"/>
                </a:lnTo>
                <a:lnTo>
                  <a:pt x="1755139" y="250371"/>
                </a:lnTo>
                <a:lnTo>
                  <a:pt x="1824808" y="243841"/>
                </a:lnTo>
                <a:lnTo>
                  <a:pt x="1907177" y="252911"/>
                </a:lnTo>
                <a:lnTo>
                  <a:pt x="1939471" y="243840"/>
                </a:lnTo>
                <a:lnTo>
                  <a:pt x="1938745" y="155666"/>
                </a:ln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D6C2F05-905C-6DA6-4D6E-72C981E8E594}"/>
              </a:ext>
            </a:extLst>
          </p:cNvPr>
          <p:cNvCxnSpPr>
            <a:cxnSpLocks/>
            <a:stCxn id="31" idx="9"/>
            <a:endCxn id="27" idx="0"/>
          </p:cNvCxnSpPr>
          <p:nvPr/>
        </p:nvCxnSpPr>
        <p:spPr>
          <a:xfrm flipV="1">
            <a:off x="6572017" y="2634817"/>
            <a:ext cx="465385" cy="3512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AABC29E-0306-7787-719C-DFE8C0855282}"/>
              </a:ext>
            </a:extLst>
          </p:cNvPr>
          <p:cNvGrpSpPr/>
          <p:nvPr/>
        </p:nvGrpSpPr>
        <p:grpSpPr>
          <a:xfrm>
            <a:off x="6684022" y="2526852"/>
            <a:ext cx="80458" cy="197620"/>
            <a:chOff x="4178300" y="2184317"/>
            <a:chExt cx="165100" cy="428623"/>
          </a:xfrm>
        </p:grpSpPr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7C986354-EE2F-BEC6-BD78-2D22B7240DD3}"/>
                </a:ext>
              </a:extLst>
            </p:cNvPr>
            <p:cNvSpPr/>
            <p:nvPr/>
          </p:nvSpPr>
          <p:spPr>
            <a:xfrm rot="10800000">
              <a:off x="4178300" y="2184317"/>
              <a:ext cx="158750" cy="1905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8BC3795-0DA0-5A01-E12E-FEF24EE2DCE2}"/>
                </a:ext>
              </a:extLst>
            </p:cNvPr>
            <p:cNvCxnSpPr/>
            <p:nvPr/>
          </p:nvCxnSpPr>
          <p:spPr>
            <a:xfrm>
              <a:off x="4184650" y="2508165"/>
              <a:ext cx="1587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40E8292-B6C8-EBFD-F9FA-16A7D8185156}"/>
                </a:ext>
              </a:extLst>
            </p:cNvPr>
            <p:cNvCxnSpPr/>
            <p:nvPr/>
          </p:nvCxnSpPr>
          <p:spPr>
            <a:xfrm>
              <a:off x="4184650" y="2558965"/>
              <a:ext cx="1587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A1C253BB-7ECB-5606-9411-60E90346E84E}"/>
                </a:ext>
              </a:extLst>
            </p:cNvPr>
            <p:cNvCxnSpPr/>
            <p:nvPr/>
          </p:nvCxnSpPr>
          <p:spPr>
            <a:xfrm>
              <a:off x="4184650" y="2612940"/>
              <a:ext cx="1587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8EF193C-A85A-074D-B70A-9E51148D096E}"/>
              </a:ext>
            </a:extLst>
          </p:cNvPr>
          <p:cNvCxnSpPr>
            <a:cxnSpLocks/>
          </p:cNvCxnSpPr>
          <p:nvPr/>
        </p:nvCxnSpPr>
        <p:spPr>
          <a:xfrm flipV="1">
            <a:off x="6590765" y="2887184"/>
            <a:ext cx="465385" cy="1966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C810AF9B-D598-FC82-4202-60B8DFA9A475}"/>
              </a:ext>
            </a:extLst>
          </p:cNvPr>
          <p:cNvSpPr/>
          <p:nvPr/>
        </p:nvSpPr>
        <p:spPr>
          <a:xfrm>
            <a:off x="7422244" y="1997527"/>
            <a:ext cx="658586" cy="633187"/>
          </a:xfrm>
          <a:custGeom>
            <a:avLst/>
            <a:gdLst>
              <a:gd name="connsiteX0" fmla="*/ 488043 w 576943"/>
              <a:gd name="connsiteY0" fmla="*/ 593271 h 593271"/>
              <a:gd name="connsiteX1" fmla="*/ 0 w 576943"/>
              <a:gd name="connsiteY1" fmla="*/ 83457 h 593271"/>
              <a:gd name="connsiteX2" fmla="*/ 83457 w 576943"/>
              <a:gd name="connsiteY2" fmla="*/ 0 h 593271"/>
              <a:gd name="connsiteX3" fmla="*/ 576943 w 576943"/>
              <a:gd name="connsiteY3" fmla="*/ 449943 h 593271"/>
              <a:gd name="connsiteX4" fmla="*/ 524328 w 576943"/>
              <a:gd name="connsiteY4" fmla="*/ 491671 h 593271"/>
              <a:gd name="connsiteX5" fmla="*/ 488043 w 576943"/>
              <a:gd name="connsiteY5" fmla="*/ 593271 h 593271"/>
              <a:gd name="connsiteX0" fmla="*/ 488043 w 674914"/>
              <a:gd name="connsiteY0" fmla="*/ 593271 h 593271"/>
              <a:gd name="connsiteX1" fmla="*/ 0 w 674914"/>
              <a:gd name="connsiteY1" fmla="*/ 83457 h 593271"/>
              <a:gd name="connsiteX2" fmla="*/ 83457 w 674914"/>
              <a:gd name="connsiteY2" fmla="*/ 0 h 593271"/>
              <a:gd name="connsiteX3" fmla="*/ 674914 w 674914"/>
              <a:gd name="connsiteY3" fmla="*/ 426357 h 593271"/>
              <a:gd name="connsiteX4" fmla="*/ 524328 w 674914"/>
              <a:gd name="connsiteY4" fmla="*/ 491671 h 593271"/>
              <a:gd name="connsiteX5" fmla="*/ 488043 w 674914"/>
              <a:gd name="connsiteY5" fmla="*/ 593271 h 593271"/>
              <a:gd name="connsiteX0" fmla="*/ 488043 w 674914"/>
              <a:gd name="connsiteY0" fmla="*/ 625929 h 625929"/>
              <a:gd name="connsiteX1" fmla="*/ 0 w 674914"/>
              <a:gd name="connsiteY1" fmla="*/ 116115 h 625929"/>
              <a:gd name="connsiteX2" fmla="*/ 116114 w 674914"/>
              <a:gd name="connsiteY2" fmla="*/ 0 h 625929"/>
              <a:gd name="connsiteX3" fmla="*/ 674914 w 674914"/>
              <a:gd name="connsiteY3" fmla="*/ 459015 h 625929"/>
              <a:gd name="connsiteX4" fmla="*/ 524328 w 674914"/>
              <a:gd name="connsiteY4" fmla="*/ 524329 h 625929"/>
              <a:gd name="connsiteX5" fmla="*/ 488043 w 674914"/>
              <a:gd name="connsiteY5" fmla="*/ 625929 h 625929"/>
              <a:gd name="connsiteX0" fmla="*/ 488043 w 645886"/>
              <a:gd name="connsiteY0" fmla="*/ 625929 h 625929"/>
              <a:gd name="connsiteX1" fmla="*/ 0 w 645886"/>
              <a:gd name="connsiteY1" fmla="*/ 116115 h 625929"/>
              <a:gd name="connsiteX2" fmla="*/ 116114 w 645886"/>
              <a:gd name="connsiteY2" fmla="*/ 0 h 625929"/>
              <a:gd name="connsiteX3" fmla="*/ 645886 w 645886"/>
              <a:gd name="connsiteY3" fmla="*/ 468087 h 625929"/>
              <a:gd name="connsiteX4" fmla="*/ 524328 w 645886"/>
              <a:gd name="connsiteY4" fmla="*/ 524329 h 625929"/>
              <a:gd name="connsiteX5" fmla="*/ 488043 w 645886"/>
              <a:gd name="connsiteY5" fmla="*/ 625929 h 625929"/>
              <a:gd name="connsiteX0" fmla="*/ 488043 w 658586"/>
              <a:gd name="connsiteY0" fmla="*/ 625929 h 625929"/>
              <a:gd name="connsiteX1" fmla="*/ 0 w 658586"/>
              <a:gd name="connsiteY1" fmla="*/ 116115 h 625929"/>
              <a:gd name="connsiteX2" fmla="*/ 116114 w 658586"/>
              <a:gd name="connsiteY2" fmla="*/ 0 h 625929"/>
              <a:gd name="connsiteX3" fmla="*/ 658586 w 658586"/>
              <a:gd name="connsiteY3" fmla="*/ 462644 h 625929"/>
              <a:gd name="connsiteX4" fmla="*/ 524328 w 658586"/>
              <a:gd name="connsiteY4" fmla="*/ 524329 h 625929"/>
              <a:gd name="connsiteX5" fmla="*/ 488043 w 658586"/>
              <a:gd name="connsiteY5" fmla="*/ 625929 h 625929"/>
              <a:gd name="connsiteX0" fmla="*/ 488043 w 658586"/>
              <a:gd name="connsiteY0" fmla="*/ 638629 h 638629"/>
              <a:gd name="connsiteX1" fmla="*/ 0 w 658586"/>
              <a:gd name="connsiteY1" fmla="*/ 128815 h 638629"/>
              <a:gd name="connsiteX2" fmla="*/ 128814 w 658586"/>
              <a:gd name="connsiteY2" fmla="*/ 0 h 638629"/>
              <a:gd name="connsiteX3" fmla="*/ 658586 w 658586"/>
              <a:gd name="connsiteY3" fmla="*/ 475344 h 638629"/>
              <a:gd name="connsiteX4" fmla="*/ 524328 w 658586"/>
              <a:gd name="connsiteY4" fmla="*/ 537029 h 638629"/>
              <a:gd name="connsiteX5" fmla="*/ 488043 w 658586"/>
              <a:gd name="connsiteY5" fmla="*/ 638629 h 638629"/>
              <a:gd name="connsiteX0" fmla="*/ 488043 w 658586"/>
              <a:gd name="connsiteY0" fmla="*/ 633187 h 633187"/>
              <a:gd name="connsiteX1" fmla="*/ 0 w 658586"/>
              <a:gd name="connsiteY1" fmla="*/ 123373 h 633187"/>
              <a:gd name="connsiteX2" fmla="*/ 123371 w 658586"/>
              <a:gd name="connsiteY2" fmla="*/ 0 h 633187"/>
              <a:gd name="connsiteX3" fmla="*/ 658586 w 658586"/>
              <a:gd name="connsiteY3" fmla="*/ 469902 h 633187"/>
              <a:gd name="connsiteX4" fmla="*/ 524328 w 658586"/>
              <a:gd name="connsiteY4" fmla="*/ 531587 h 633187"/>
              <a:gd name="connsiteX5" fmla="*/ 488043 w 658586"/>
              <a:gd name="connsiteY5" fmla="*/ 633187 h 633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8586" h="633187">
                <a:moveTo>
                  <a:pt x="488043" y="633187"/>
                </a:moveTo>
                <a:lnTo>
                  <a:pt x="0" y="123373"/>
                </a:lnTo>
                <a:lnTo>
                  <a:pt x="123371" y="0"/>
                </a:lnTo>
                <a:lnTo>
                  <a:pt x="658586" y="469902"/>
                </a:lnTo>
                <a:cubicBezTo>
                  <a:pt x="641048" y="483811"/>
                  <a:pt x="541866" y="517678"/>
                  <a:pt x="524328" y="531587"/>
                </a:cubicBezTo>
                <a:cubicBezTo>
                  <a:pt x="523723" y="563035"/>
                  <a:pt x="523119" y="594482"/>
                  <a:pt x="488043" y="633187"/>
                </a:cubicBezTo>
                <a:close/>
              </a:path>
            </a:pathLst>
          </a:custGeom>
          <a:solidFill>
            <a:srgbClr val="D6E8B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9074AEDD-973F-EAE7-16EA-41B15EB1CF87}"/>
              </a:ext>
            </a:extLst>
          </p:cNvPr>
          <p:cNvGrpSpPr/>
          <p:nvPr/>
        </p:nvGrpSpPr>
        <p:grpSpPr>
          <a:xfrm>
            <a:off x="3105823" y="509297"/>
            <a:ext cx="7487941" cy="1024014"/>
            <a:chOff x="3124611" y="455021"/>
            <a:chExt cx="7487941" cy="10240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Rectangle: Rounded Corners 65">
                  <a:extLst>
                    <a:ext uri="{FF2B5EF4-FFF2-40B4-BE49-F238E27FC236}">
                      <a16:creationId xmlns:a16="http://schemas.microsoft.com/office/drawing/2014/main" id="{E3D74371-A06E-4004-8D16-5837700985BC}"/>
                    </a:ext>
                  </a:extLst>
                </p:cNvPr>
                <p:cNvSpPr/>
                <p:nvPr/>
              </p:nvSpPr>
              <p:spPr>
                <a:xfrm>
                  <a:off x="3124611" y="456913"/>
                  <a:ext cx="2268184" cy="1022122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Calculate </a:t>
                  </a:r>
                  <a14:m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dirty="0">
                      <a:solidFill>
                        <a:schemeClr val="tx1"/>
                      </a:solidFill>
                    </a:rPr>
                    <a:t> at </a:t>
                  </a:r>
                  <a:r>
                    <a:rPr lang="en-US" dirty="0" err="1">
                      <a:solidFill>
                        <a:schemeClr val="tx1"/>
                      </a:solidFill>
                    </a:rPr>
                    <a:t>streamgages</a:t>
                  </a:r>
                  <a:endParaRPr lang="en-US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(B-D)</a:t>
                  </a:r>
                </a:p>
              </p:txBody>
            </p:sp>
          </mc:Choice>
          <mc:Fallback xmlns="">
            <p:sp>
              <p:nvSpPr>
                <p:cNvPr id="66" name="Rectangle: Rounded Corners 65">
                  <a:extLst>
                    <a:ext uri="{FF2B5EF4-FFF2-40B4-BE49-F238E27FC236}">
                      <a16:creationId xmlns:a16="http://schemas.microsoft.com/office/drawing/2014/main" id="{F593B447-E903-4DB9-6351-BB4D5EB0C7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4611" y="456913"/>
                  <a:ext cx="2268184" cy="1022122"/>
                </a:xfrm>
                <a:prstGeom prst="roundRect">
                  <a:avLst/>
                </a:prstGeom>
                <a:blipFill>
                  <a:blip r:embed="rId4"/>
                  <a:stretch>
                    <a:fillRect b="-35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Rectangle: Rounded Corners 66">
                  <a:extLst>
                    <a:ext uri="{FF2B5EF4-FFF2-40B4-BE49-F238E27FC236}">
                      <a16:creationId xmlns:a16="http://schemas.microsoft.com/office/drawing/2014/main" id="{87312FB7-24EE-BE2A-748D-8F0E5E086380}"/>
                    </a:ext>
                  </a:extLst>
                </p:cNvPr>
                <p:cNvSpPr/>
                <p:nvPr/>
              </p:nvSpPr>
              <p:spPr>
                <a:xfrm>
                  <a:off x="5753568" y="458765"/>
                  <a:ext cx="2268184" cy="1014634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Upscale </a:t>
                  </a:r>
                  <a14:m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dirty="0">
                      <a:solidFill>
                        <a:schemeClr val="tx1"/>
                      </a:solidFill>
                    </a:rPr>
                    <a:t> via machine learning</a:t>
                  </a:r>
                </a:p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(D-F)</a:t>
                  </a:r>
                </a:p>
              </p:txBody>
            </p:sp>
          </mc:Choice>
          <mc:Fallback xmlns="">
            <p:sp>
              <p:nvSpPr>
                <p:cNvPr id="67" name="Rectangle: Rounded Corners 66">
                  <a:extLst>
                    <a:ext uri="{FF2B5EF4-FFF2-40B4-BE49-F238E27FC236}">
                      <a16:creationId xmlns:a16="http://schemas.microsoft.com/office/drawing/2014/main" id="{37B384F5-BEDE-18D5-F0D0-9AC917C5A3C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53568" y="458765"/>
                  <a:ext cx="2268184" cy="1014634"/>
                </a:xfrm>
                <a:prstGeom prst="roundRect">
                  <a:avLst/>
                </a:prstGeom>
                <a:blipFill>
                  <a:blip r:embed="rId5"/>
                  <a:stretch>
                    <a:fillRect b="-35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107C86A3-9521-AA8A-9BDC-E757F775A893}"/>
                </a:ext>
              </a:extLst>
            </p:cNvPr>
            <p:cNvSpPr/>
            <p:nvPr/>
          </p:nvSpPr>
          <p:spPr>
            <a:xfrm>
              <a:off x="8344368" y="455021"/>
              <a:ext cx="2268184" cy="102212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Pair with DOM flux model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(Fig. 4)</a:t>
              </a:r>
            </a:p>
          </p:txBody>
        </p: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0E62813B-378C-D12D-B3DA-3E961C5798D9}"/>
                </a:ext>
              </a:extLst>
            </p:cNvPr>
            <p:cNvCxnSpPr>
              <a:cxnSpLocks/>
              <a:stCxn id="66" idx="3"/>
              <a:endCxn id="67" idx="1"/>
            </p:cNvCxnSpPr>
            <p:nvPr/>
          </p:nvCxnSpPr>
          <p:spPr>
            <a:xfrm flipV="1">
              <a:off x="5392795" y="966082"/>
              <a:ext cx="360773" cy="189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0E5BF221-9834-E14D-2D86-6FD8AB1B271F}"/>
                </a:ext>
              </a:extLst>
            </p:cNvPr>
            <p:cNvCxnSpPr>
              <a:cxnSpLocks/>
              <a:stCxn id="67" idx="3"/>
              <a:endCxn id="68" idx="1"/>
            </p:cNvCxnSpPr>
            <p:nvPr/>
          </p:nvCxnSpPr>
          <p:spPr>
            <a:xfrm>
              <a:off x="8021752" y="966082"/>
              <a:ext cx="32261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27EA58D-5D35-BF6F-2BAB-2DDDA0078EC8}"/>
              </a:ext>
            </a:extLst>
          </p:cNvPr>
          <p:cNvCxnSpPr/>
          <p:nvPr/>
        </p:nvCxnSpPr>
        <p:spPr>
          <a:xfrm>
            <a:off x="3035298" y="2011746"/>
            <a:ext cx="0" cy="10383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8918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5BAC62-1610-2885-49FB-8883C5EE4120}"/>
              </a:ext>
            </a:extLst>
          </p:cNvPr>
          <p:cNvSpPr/>
          <p:nvPr/>
        </p:nvSpPr>
        <p:spPr>
          <a:xfrm>
            <a:off x="746760" y="1409700"/>
            <a:ext cx="9678805" cy="22985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2FB2A57-8847-49C2-193D-B6E1FBE945D7}"/>
              </a:ext>
            </a:extLst>
          </p:cNvPr>
          <p:cNvSpPr/>
          <p:nvPr/>
        </p:nvSpPr>
        <p:spPr>
          <a:xfrm>
            <a:off x="746760" y="1409700"/>
            <a:ext cx="9601200" cy="2133600"/>
          </a:xfrm>
          <a:custGeom>
            <a:avLst/>
            <a:gdLst>
              <a:gd name="connsiteX0" fmla="*/ 0 w 9601200"/>
              <a:gd name="connsiteY0" fmla="*/ 15240 h 2133600"/>
              <a:gd name="connsiteX1" fmla="*/ 259080 w 9601200"/>
              <a:gd name="connsiteY1" fmla="*/ 22860 h 2133600"/>
              <a:gd name="connsiteX2" fmla="*/ 502920 w 9601200"/>
              <a:gd name="connsiteY2" fmla="*/ 91440 h 2133600"/>
              <a:gd name="connsiteX3" fmla="*/ 617220 w 9601200"/>
              <a:gd name="connsiteY3" fmla="*/ 213360 h 2133600"/>
              <a:gd name="connsiteX4" fmla="*/ 640080 w 9601200"/>
              <a:gd name="connsiteY4" fmla="*/ 586740 h 2133600"/>
              <a:gd name="connsiteX5" fmla="*/ 838200 w 9601200"/>
              <a:gd name="connsiteY5" fmla="*/ 853440 h 2133600"/>
              <a:gd name="connsiteX6" fmla="*/ 1097280 w 9601200"/>
              <a:gd name="connsiteY6" fmla="*/ 1059180 h 2133600"/>
              <a:gd name="connsiteX7" fmla="*/ 1356360 w 9601200"/>
              <a:gd name="connsiteY7" fmla="*/ 1242060 h 2133600"/>
              <a:gd name="connsiteX8" fmla="*/ 1592580 w 9601200"/>
              <a:gd name="connsiteY8" fmla="*/ 1333500 h 2133600"/>
              <a:gd name="connsiteX9" fmla="*/ 1844040 w 9601200"/>
              <a:gd name="connsiteY9" fmla="*/ 1341120 h 2133600"/>
              <a:gd name="connsiteX10" fmla="*/ 2065020 w 9601200"/>
              <a:gd name="connsiteY10" fmla="*/ 1325880 h 2133600"/>
              <a:gd name="connsiteX11" fmla="*/ 2247900 w 9601200"/>
              <a:gd name="connsiteY11" fmla="*/ 1341120 h 2133600"/>
              <a:gd name="connsiteX12" fmla="*/ 2407920 w 9601200"/>
              <a:gd name="connsiteY12" fmla="*/ 1424940 h 2133600"/>
              <a:gd name="connsiteX13" fmla="*/ 2735580 w 9601200"/>
              <a:gd name="connsiteY13" fmla="*/ 1729740 h 2133600"/>
              <a:gd name="connsiteX14" fmla="*/ 2987040 w 9601200"/>
              <a:gd name="connsiteY14" fmla="*/ 1988820 h 2133600"/>
              <a:gd name="connsiteX15" fmla="*/ 3307080 w 9601200"/>
              <a:gd name="connsiteY15" fmla="*/ 2125980 h 2133600"/>
              <a:gd name="connsiteX16" fmla="*/ 3550920 w 9601200"/>
              <a:gd name="connsiteY16" fmla="*/ 2133600 h 2133600"/>
              <a:gd name="connsiteX17" fmla="*/ 3855720 w 9601200"/>
              <a:gd name="connsiteY17" fmla="*/ 2110740 h 2133600"/>
              <a:gd name="connsiteX18" fmla="*/ 4053840 w 9601200"/>
              <a:gd name="connsiteY18" fmla="*/ 2004060 h 2133600"/>
              <a:gd name="connsiteX19" fmla="*/ 4191000 w 9601200"/>
              <a:gd name="connsiteY19" fmla="*/ 1706880 h 2133600"/>
              <a:gd name="connsiteX20" fmla="*/ 4312920 w 9601200"/>
              <a:gd name="connsiteY20" fmla="*/ 1440180 h 2133600"/>
              <a:gd name="connsiteX21" fmla="*/ 4541520 w 9601200"/>
              <a:gd name="connsiteY21" fmla="*/ 1348740 h 2133600"/>
              <a:gd name="connsiteX22" fmla="*/ 4853940 w 9601200"/>
              <a:gd name="connsiteY22" fmla="*/ 1303020 h 2133600"/>
              <a:gd name="connsiteX23" fmla="*/ 5265420 w 9601200"/>
              <a:gd name="connsiteY23" fmla="*/ 1310640 h 2133600"/>
              <a:gd name="connsiteX24" fmla="*/ 5753100 w 9601200"/>
              <a:gd name="connsiteY24" fmla="*/ 1287780 h 2133600"/>
              <a:gd name="connsiteX25" fmla="*/ 6187440 w 9601200"/>
              <a:gd name="connsiteY25" fmla="*/ 1280160 h 2133600"/>
              <a:gd name="connsiteX26" fmla="*/ 6614160 w 9601200"/>
              <a:gd name="connsiteY26" fmla="*/ 1211580 h 2133600"/>
              <a:gd name="connsiteX27" fmla="*/ 7056120 w 9601200"/>
              <a:gd name="connsiteY27" fmla="*/ 1135380 h 2133600"/>
              <a:gd name="connsiteX28" fmla="*/ 7315200 w 9601200"/>
              <a:gd name="connsiteY28" fmla="*/ 937260 h 2133600"/>
              <a:gd name="connsiteX29" fmla="*/ 7559040 w 9601200"/>
              <a:gd name="connsiteY29" fmla="*/ 594360 h 2133600"/>
              <a:gd name="connsiteX30" fmla="*/ 7978140 w 9601200"/>
              <a:gd name="connsiteY30" fmla="*/ 182880 h 2133600"/>
              <a:gd name="connsiteX31" fmla="*/ 8382000 w 9601200"/>
              <a:gd name="connsiteY31" fmla="*/ 38100 h 2133600"/>
              <a:gd name="connsiteX32" fmla="*/ 9601200 w 9601200"/>
              <a:gd name="connsiteY32" fmla="*/ 0 h 2133600"/>
              <a:gd name="connsiteX33" fmla="*/ 0 w 9601200"/>
              <a:gd name="connsiteY33" fmla="*/ 1524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9601200" h="2133600">
                <a:moveTo>
                  <a:pt x="0" y="15240"/>
                </a:moveTo>
                <a:lnTo>
                  <a:pt x="259080" y="22860"/>
                </a:lnTo>
                <a:lnTo>
                  <a:pt x="502920" y="91440"/>
                </a:lnTo>
                <a:lnTo>
                  <a:pt x="617220" y="213360"/>
                </a:lnTo>
                <a:lnTo>
                  <a:pt x="640080" y="586740"/>
                </a:lnTo>
                <a:lnTo>
                  <a:pt x="838200" y="853440"/>
                </a:lnTo>
                <a:lnTo>
                  <a:pt x="1097280" y="1059180"/>
                </a:lnTo>
                <a:lnTo>
                  <a:pt x="1356360" y="1242060"/>
                </a:lnTo>
                <a:lnTo>
                  <a:pt x="1592580" y="1333500"/>
                </a:lnTo>
                <a:lnTo>
                  <a:pt x="1844040" y="1341120"/>
                </a:lnTo>
                <a:lnTo>
                  <a:pt x="2065020" y="1325880"/>
                </a:lnTo>
                <a:lnTo>
                  <a:pt x="2247900" y="1341120"/>
                </a:lnTo>
                <a:lnTo>
                  <a:pt x="2407920" y="1424940"/>
                </a:lnTo>
                <a:lnTo>
                  <a:pt x="2735580" y="1729740"/>
                </a:lnTo>
                <a:lnTo>
                  <a:pt x="2987040" y="1988820"/>
                </a:lnTo>
                <a:lnTo>
                  <a:pt x="3307080" y="2125980"/>
                </a:lnTo>
                <a:lnTo>
                  <a:pt x="3550920" y="2133600"/>
                </a:lnTo>
                <a:lnTo>
                  <a:pt x="3855720" y="2110740"/>
                </a:lnTo>
                <a:lnTo>
                  <a:pt x="4053840" y="2004060"/>
                </a:lnTo>
                <a:lnTo>
                  <a:pt x="4191000" y="1706880"/>
                </a:lnTo>
                <a:lnTo>
                  <a:pt x="4312920" y="1440180"/>
                </a:lnTo>
                <a:lnTo>
                  <a:pt x="4541520" y="1348740"/>
                </a:lnTo>
                <a:lnTo>
                  <a:pt x="4853940" y="1303020"/>
                </a:lnTo>
                <a:lnTo>
                  <a:pt x="5265420" y="1310640"/>
                </a:lnTo>
                <a:lnTo>
                  <a:pt x="5753100" y="1287780"/>
                </a:lnTo>
                <a:lnTo>
                  <a:pt x="6187440" y="1280160"/>
                </a:lnTo>
                <a:lnTo>
                  <a:pt x="6614160" y="1211580"/>
                </a:lnTo>
                <a:lnTo>
                  <a:pt x="7056120" y="1135380"/>
                </a:lnTo>
                <a:lnTo>
                  <a:pt x="7315200" y="937260"/>
                </a:lnTo>
                <a:lnTo>
                  <a:pt x="7559040" y="594360"/>
                </a:lnTo>
                <a:lnTo>
                  <a:pt x="7978140" y="182880"/>
                </a:lnTo>
                <a:lnTo>
                  <a:pt x="8382000" y="38100"/>
                </a:lnTo>
                <a:lnTo>
                  <a:pt x="9601200" y="0"/>
                </a:lnTo>
                <a:lnTo>
                  <a:pt x="0" y="1524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4B36C17-0F6F-CC5F-3F20-783758EBEF40}"/>
              </a:ext>
            </a:extLst>
          </p:cNvPr>
          <p:cNvSpPr/>
          <p:nvPr/>
        </p:nvSpPr>
        <p:spPr>
          <a:xfrm>
            <a:off x="749300" y="1339851"/>
            <a:ext cx="8985250" cy="755650"/>
          </a:xfrm>
          <a:custGeom>
            <a:avLst/>
            <a:gdLst>
              <a:gd name="connsiteX0" fmla="*/ 0 w 8985250"/>
              <a:gd name="connsiteY0" fmla="*/ 0 h 977900"/>
              <a:gd name="connsiteX1" fmla="*/ 228600 w 8985250"/>
              <a:gd name="connsiteY1" fmla="*/ 6350 h 977900"/>
              <a:gd name="connsiteX2" fmla="*/ 488950 w 8985250"/>
              <a:gd name="connsiteY2" fmla="*/ 82550 h 977900"/>
              <a:gd name="connsiteX3" fmla="*/ 603250 w 8985250"/>
              <a:gd name="connsiteY3" fmla="*/ 171450 h 977900"/>
              <a:gd name="connsiteX4" fmla="*/ 641350 w 8985250"/>
              <a:gd name="connsiteY4" fmla="*/ 406400 h 977900"/>
              <a:gd name="connsiteX5" fmla="*/ 673100 w 8985250"/>
              <a:gd name="connsiteY5" fmla="*/ 654050 h 977900"/>
              <a:gd name="connsiteX6" fmla="*/ 876300 w 8985250"/>
              <a:gd name="connsiteY6" fmla="*/ 882650 h 977900"/>
              <a:gd name="connsiteX7" fmla="*/ 1028700 w 8985250"/>
              <a:gd name="connsiteY7" fmla="*/ 971550 h 977900"/>
              <a:gd name="connsiteX8" fmla="*/ 7245350 w 8985250"/>
              <a:gd name="connsiteY8" fmla="*/ 977900 h 977900"/>
              <a:gd name="connsiteX9" fmla="*/ 7512050 w 8985250"/>
              <a:gd name="connsiteY9" fmla="*/ 647700 h 977900"/>
              <a:gd name="connsiteX10" fmla="*/ 7759700 w 8985250"/>
              <a:gd name="connsiteY10" fmla="*/ 342900 h 977900"/>
              <a:gd name="connsiteX11" fmla="*/ 8147050 w 8985250"/>
              <a:gd name="connsiteY11" fmla="*/ 101600 h 977900"/>
              <a:gd name="connsiteX12" fmla="*/ 8470900 w 8985250"/>
              <a:gd name="connsiteY12" fmla="*/ 19050 h 977900"/>
              <a:gd name="connsiteX13" fmla="*/ 8985250 w 8985250"/>
              <a:gd name="connsiteY13" fmla="*/ 0 h 977900"/>
              <a:gd name="connsiteX14" fmla="*/ 0 w 8985250"/>
              <a:gd name="connsiteY14" fmla="*/ 0 h 977900"/>
              <a:gd name="connsiteX0" fmla="*/ 0 w 8985250"/>
              <a:gd name="connsiteY0" fmla="*/ 0 h 986189"/>
              <a:gd name="connsiteX1" fmla="*/ 228600 w 8985250"/>
              <a:gd name="connsiteY1" fmla="*/ 6350 h 986189"/>
              <a:gd name="connsiteX2" fmla="*/ 488950 w 8985250"/>
              <a:gd name="connsiteY2" fmla="*/ 82550 h 986189"/>
              <a:gd name="connsiteX3" fmla="*/ 603250 w 8985250"/>
              <a:gd name="connsiteY3" fmla="*/ 171450 h 986189"/>
              <a:gd name="connsiteX4" fmla="*/ 641350 w 8985250"/>
              <a:gd name="connsiteY4" fmla="*/ 406400 h 986189"/>
              <a:gd name="connsiteX5" fmla="*/ 673100 w 8985250"/>
              <a:gd name="connsiteY5" fmla="*/ 654050 h 986189"/>
              <a:gd name="connsiteX6" fmla="*/ 706120 w 8985250"/>
              <a:gd name="connsiteY6" fmla="*/ 986189 h 986189"/>
              <a:gd name="connsiteX7" fmla="*/ 1028700 w 8985250"/>
              <a:gd name="connsiteY7" fmla="*/ 971550 h 986189"/>
              <a:gd name="connsiteX8" fmla="*/ 7245350 w 8985250"/>
              <a:gd name="connsiteY8" fmla="*/ 977900 h 986189"/>
              <a:gd name="connsiteX9" fmla="*/ 7512050 w 8985250"/>
              <a:gd name="connsiteY9" fmla="*/ 647700 h 986189"/>
              <a:gd name="connsiteX10" fmla="*/ 7759700 w 8985250"/>
              <a:gd name="connsiteY10" fmla="*/ 342900 h 986189"/>
              <a:gd name="connsiteX11" fmla="*/ 8147050 w 8985250"/>
              <a:gd name="connsiteY11" fmla="*/ 101600 h 986189"/>
              <a:gd name="connsiteX12" fmla="*/ 8470900 w 8985250"/>
              <a:gd name="connsiteY12" fmla="*/ 19050 h 986189"/>
              <a:gd name="connsiteX13" fmla="*/ 8985250 w 8985250"/>
              <a:gd name="connsiteY13" fmla="*/ 0 h 986189"/>
              <a:gd name="connsiteX14" fmla="*/ 0 w 8985250"/>
              <a:gd name="connsiteY14" fmla="*/ 0 h 986189"/>
              <a:gd name="connsiteX0" fmla="*/ 0 w 8985250"/>
              <a:gd name="connsiteY0" fmla="*/ 0 h 986189"/>
              <a:gd name="connsiteX1" fmla="*/ 228600 w 8985250"/>
              <a:gd name="connsiteY1" fmla="*/ 6350 h 986189"/>
              <a:gd name="connsiteX2" fmla="*/ 488950 w 8985250"/>
              <a:gd name="connsiteY2" fmla="*/ 82550 h 986189"/>
              <a:gd name="connsiteX3" fmla="*/ 603250 w 8985250"/>
              <a:gd name="connsiteY3" fmla="*/ 171450 h 986189"/>
              <a:gd name="connsiteX4" fmla="*/ 641350 w 8985250"/>
              <a:gd name="connsiteY4" fmla="*/ 406400 h 986189"/>
              <a:gd name="connsiteX5" fmla="*/ 652780 w 8985250"/>
              <a:gd name="connsiteY5" fmla="*/ 707734 h 986189"/>
              <a:gd name="connsiteX6" fmla="*/ 706120 w 8985250"/>
              <a:gd name="connsiteY6" fmla="*/ 986189 h 986189"/>
              <a:gd name="connsiteX7" fmla="*/ 1028700 w 8985250"/>
              <a:gd name="connsiteY7" fmla="*/ 971550 h 986189"/>
              <a:gd name="connsiteX8" fmla="*/ 7245350 w 8985250"/>
              <a:gd name="connsiteY8" fmla="*/ 977900 h 986189"/>
              <a:gd name="connsiteX9" fmla="*/ 7512050 w 8985250"/>
              <a:gd name="connsiteY9" fmla="*/ 647700 h 986189"/>
              <a:gd name="connsiteX10" fmla="*/ 7759700 w 8985250"/>
              <a:gd name="connsiteY10" fmla="*/ 342900 h 986189"/>
              <a:gd name="connsiteX11" fmla="*/ 8147050 w 8985250"/>
              <a:gd name="connsiteY11" fmla="*/ 101600 h 986189"/>
              <a:gd name="connsiteX12" fmla="*/ 8470900 w 8985250"/>
              <a:gd name="connsiteY12" fmla="*/ 19050 h 986189"/>
              <a:gd name="connsiteX13" fmla="*/ 8985250 w 8985250"/>
              <a:gd name="connsiteY13" fmla="*/ 0 h 986189"/>
              <a:gd name="connsiteX14" fmla="*/ 0 w 8985250"/>
              <a:gd name="connsiteY14" fmla="*/ 0 h 986189"/>
              <a:gd name="connsiteX0" fmla="*/ 0 w 8985250"/>
              <a:gd name="connsiteY0" fmla="*/ 0 h 986189"/>
              <a:gd name="connsiteX1" fmla="*/ 228600 w 8985250"/>
              <a:gd name="connsiteY1" fmla="*/ 6350 h 986189"/>
              <a:gd name="connsiteX2" fmla="*/ 488950 w 8985250"/>
              <a:gd name="connsiteY2" fmla="*/ 82550 h 986189"/>
              <a:gd name="connsiteX3" fmla="*/ 576580 w 8985250"/>
              <a:gd name="connsiteY3" fmla="*/ 270165 h 986189"/>
              <a:gd name="connsiteX4" fmla="*/ 641350 w 8985250"/>
              <a:gd name="connsiteY4" fmla="*/ 406400 h 986189"/>
              <a:gd name="connsiteX5" fmla="*/ 652780 w 8985250"/>
              <a:gd name="connsiteY5" fmla="*/ 707734 h 986189"/>
              <a:gd name="connsiteX6" fmla="*/ 706120 w 8985250"/>
              <a:gd name="connsiteY6" fmla="*/ 986189 h 986189"/>
              <a:gd name="connsiteX7" fmla="*/ 1028700 w 8985250"/>
              <a:gd name="connsiteY7" fmla="*/ 971550 h 986189"/>
              <a:gd name="connsiteX8" fmla="*/ 7245350 w 8985250"/>
              <a:gd name="connsiteY8" fmla="*/ 977900 h 986189"/>
              <a:gd name="connsiteX9" fmla="*/ 7512050 w 8985250"/>
              <a:gd name="connsiteY9" fmla="*/ 647700 h 986189"/>
              <a:gd name="connsiteX10" fmla="*/ 7759700 w 8985250"/>
              <a:gd name="connsiteY10" fmla="*/ 342900 h 986189"/>
              <a:gd name="connsiteX11" fmla="*/ 8147050 w 8985250"/>
              <a:gd name="connsiteY11" fmla="*/ 101600 h 986189"/>
              <a:gd name="connsiteX12" fmla="*/ 8470900 w 8985250"/>
              <a:gd name="connsiteY12" fmla="*/ 19050 h 986189"/>
              <a:gd name="connsiteX13" fmla="*/ 8985250 w 8985250"/>
              <a:gd name="connsiteY13" fmla="*/ 0 h 986189"/>
              <a:gd name="connsiteX14" fmla="*/ 0 w 8985250"/>
              <a:gd name="connsiteY14" fmla="*/ 0 h 986189"/>
              <a:gd name="connsiteX0" fmla="*/ 0 w 8985250"/>
              <a:gd name="connsiteY0" fmla="*/ 0 h 986189"/>
              <a:gd name="connsiteX1" fmla="*/ 228600 w 8985250"/>
              <a:gd name="connsiteY1" fmla="*/ 6350 h 986189"/>
              <a:gd name="connsiteX2" fmla="*/ 447040 w 8985250"/>
              <a:gd name="connsiteY2" fmla="*/ 200551 h 986189"/>
              <a:gd name="connsiteX3" fmla="*/ 576580 w 8985250"/>
              <a:gd name="connsiteY3" fmla="*/ 270165 h 986189"/>
              <a:gd name="connsiteX4" fmla="*/ 641350 w 8985250"/>
              <a:gd name="connsiteY4" fmla="*/ 406400 h 986189"/>
              <a:gd name="connsiteX5" fmla="*/ 652780 w 8985250"/>
              <a:gd name="connsiteY5" fmla="*/ 707734 h 986189"/>
              <a:gd name="connsiteX6" fmla="*/ 706120 w 8985250"/>
              <a:gd name="connsiteY6" fmla="*/ 986189 h 986189"/>
              <a:gd name="connsiteX7" fmla="*/ 1028700 w 8985250"/>
              <a:gd name="connsiteY7" fmla="*/ 971550 h 986189"/>
              <a:gd name="connsiteX8" fmla="*/ 7245350 w 8985250"/>
              <a:gd name="connsiteY8" fmla="*/ 977900 h 986189"/>
              <a:gd name="connsiteX9" fmla="*/ 7512050 w 8985250"/>
              <a:gd name="connsiteY9" fmla="*/ 647700 h 986189"/>
              <a:gd name="connsiteX10" fmla="*/ 7759700 w 8985250"/>
              <a:gd name="connsiteY10" fmla="*/ 342900 h 986189"/>
              <a:gd name="connsiteX11" fmla="*/ 8147050 w 8985250"/>
              <a:gd name="connsiteY11" fmla="*/ 101600 h 986189"/>
              <a:gd name="connsiteX12" fmla="*/ 8470900 w 8985250"/>
              <a:gd name="connsiteY12" fmla="*/ 19050 h 986189"/>
              <a:gd name="connsiteX13" fmla="*/ 8985250 w 8985250"/>
              <a:gd name="connsiteY13" fmla="*/ 0 h 986189"/>
              <a:gd name="connsiteX14" fmla="*/ 0 w 8985250"/>
              <a:gd name="connsiteY14" fmla="*/ 0 h 986189"/>
              <a:gd name="connsiteX0" fmla="*/ 0 w 8985250"/>
              <a:gd name="connsiteY0" fmla="*/ 0 h 986189"/>
              <a:gd name="connsiteX1" fmla="*/ 228600 w 8985250"/>
              <a:gd name="connsiteY1" fmla="*/ 6350 h 986189"/>
              <a:gd name="connsiteX2" fmla="*/ 447040 w 8985250"/>
              <a:gd name="connsiteY2" fmla="*/ 200551 h 986189"/>
              <a:gd name="connsiteX3" fmla="*/ 576580 w 8985250"/>
              <a:gd name="connsiteY3" fmla="*/ 270165 h 986189"/>
              <a:gd name="connsiteX4" fmla="*/ 641350 w 8985250"/>
              <a:gd name="connsiteY4" fmla="*/ 406400 h 986189"/>
              <a:gd name="connsiteX5" fmla="*/ 652780 w 8985250"/>
              <a:gd name="connsiteY5" fmla="*/ 707734 h 986189"/>
              <a:gd name="connsiteX6" fmla="*/ 706120 w 8985250"/>
              <a:gd name="connsiteY6" fmla="*/ 986189 h 986189"/>
              <a:gd name="connsiteX7" fmla="*/ 1028700 w 8985250"/>
              <a:gd name="connsiteY7" fmla="*/ 971550 h 986189"/>
              <a:gd name="connsiteX8" fmla="*/ 7245350 w 8985250"/>
              <a:gd name="connsiteY8" fmla="*/ 977900 h 986189"/>
              <a:gd name="connsiteX9" fmla="*/ 7512050 w 8985250"/>
              <a:gd name="connsiteY9" fmla="*/ 647700 h 986189"/>
              <a:gd name="connsiteX10" fmla="*/ 7759700 w 8985250"/>
              <a:gd name="connsiteY10" fmla="*/ 342900 h 986189"/>
              <a:gd name="connsiteX11" fmla="*/ 8185150 w 8985250"/>
              <a:gd name="connsiteY11" fmla="*/ 220937 h 986189"/>
              <a:gd name="connsiteX12" fmla="*/ 8470900 w 8985250"/>
              <a:gd name="connsiteY12" fmla="*/ 19050 h 986189"/>
              <a:gd name="connsiteX13" fmla="*/ 8985250 w 8985250"/>
              <a:gd name="connsiteY13" fmla="*/ 0 h 986189"/>
              <a:gd name="connsiteX14" fmla="*/ 0 w 8985250"/>
              <a:gd name="connsiteY14" fmla="*/ 0 h 986189"/>
              <a:gd name="connsiteX0" fmla="*/ 0 w 8985250"/>
              <a:gd name="connsiteY0" fmla="*/ 0 h 986189"/>
              <a:gd name="connsiteX1" fmla="*/ 228600 w 8985250"/>
              <a:gd name="connsiteY1" fmla="*/ 6350 h 986189"/>
              <a:gd name="connsiteX2" fmla="*/ 447040 w 8985250"/>
              <a:gd name="connsiteY2" fmla="*/ 200551 h 986189"/>
              <a:gd name="connsiteX3" fmla="*/ 576580 w 8985250"/>
              <a:gd name="connsiteY3" fmla="*/ 270165 h 986189"/>
              <a:gd name="connsiteX4" fmla="*/ 641350 w 8985250"/>
              <a:gd name="connsiteY4" fmla="*/ 406400 h 986189"/>
              <a:gd name="connsiteX5" fmla="*/ 652780 w 8985250"/>
              <a:gd name="connsiteY5" fmla="*/ 707734 h 986189"/>
              <a:gd name="connsiteX6" fmla="*/ 706120 w 8985250"/>
              <a:gd name="connsiteY6" fmla="*/ 986189 h 986189"/>
              <a:gd name="connsiteX7" fmla="*/ 1028700 w 8985250"/>
              <a:gd name="connsiteY7" fmla="*/ 971550 h 986189"/>
              <a:gd name="connsiteX8" fmla="*/ 7245350 w 8985250"/>
              <a:gd name="connsiteY8" fmla="*/ 977900 h 986189"/>
              <a:gd name="connsiteX9" fmla="*/ 7512050 w 8985250"/>
              <a:gd name="connsiteY9" fmla="*/ 647700 h 986189"/>
              <a:gd name="connsiteX10" fmla="*/ 7759700 w 8985250"/>
              <a:gd name="connsiteY10" fmla="*/ 342900 h 986189"/>
              <a:gd name="connsiteX11" fmla="*/ 8185150 w 8985250"/>
              <a:gd name="connsiteY11" fmla="*/ 220937 h 986189"/>
              <a:gd name="connsiteX12" fmla="*/ 8493760 w 8985250"/>
              <a:gd name="connsiteY12" fmla="*/ 118498 h 986189"/>
              <a:gd name="connsiteX13" fmla="*/ 8985250 w 8985250"/>
              <a:gd name="connsiteY13" fmla="*/ 0 h 986189"/>
              <a:gd name="connsiteX14" fmla="*/ 0 w 8985250"/>
              <a:gd name="connsiteY14" fmla="*/ 0 h 986189"/>
              <a:gd name="connsiteX0" fmla="*/ 0 w 8985250"/>
              <a:gd name="connsiteY0" fmla="*/ 0 h 986189"/>
              <a:gd name="connsiteX1" fmla="*/ 228600 w 8985250"/>
              <a:gd name="connsiteY1" fmla="*/ 6350 h 986189"/>
              <a:gd name="connsiteX2" fmla="*/ 447040 w 8985250"/>
              <a:gd name="connsiteY2" fmla="*/ 200551 h 986189"/>
              <a:gd name="connsiteX3" fmla="*/ 576580 w 8985250"/>
              <a:gd name="connsiteY3" fmla="*/ 270165 h 986189"/>
              <a:gd name="connsiteX4" fmla="*/ 641350 w 8985250"/>
              <a:gd name="connsiteY4" fmla="*/ 406400 h 986189"/>
              <a:gd name="connsiteX5" fmla="*/ 652780 w 8985250"/>
              <a:gd name="connsiteY5" fmla="*/ 707734 h 986189"/>
              <a:gd name="connsiteX6" fmla="*/ 706120 w 8985250"/>
              <a:gd name="connsiteY6" fmla="*/ 986189 h 986189"/>
              <a:gd name="connsiteX7" fmla="*/ 1028700 w 8985250"/>
              <a:gd name="connsiteY7" fmla="*/ 971550 h 986189"/>
              <a:gd name="connsiteX8" fmla="*/ 7245350 w 8985250"/>
              <a:gd name="connsiteY8" fmla="*/ 977900 h 986189"/>
              <a:gd name="connsiteX9" fmla="*/ 7512050 w 8985250"/>
              <a:gd name="connsiteY9" fmla="*/ 647700 h 986189"/>
              <a:gd name="connsiteX10" fmla="*/ 7874000 w 8985250"/>
              <a:gd name="connsiteY10" fmla="*/ 462237 h 986189"/>
              <a:gd name="connsiteX11" fmla="*/ 8185150 w 8985250"/>
              <a:gd name="connsiteY11" fmla="*/ 220937 h 986189"/>
              <a:gd name="connsiteX12" fmla="*/ 8493760 w 8985250"/>
              <a:gd name="connsiteY12" fmla="*/ 118498 h 986189"/>
              <a:gd name="connsiteX13" fmla="*/ 8985250 w 8985250"/>
              <a:gd name="connsiteY13" fmla="*/ 0 h 986189"/>
              <a:gd name="connsiteX14" fmla="*/ 0 w 8985250"/>
              <a:gd name="connsiteY14" fmla="*/ 0 h 986189"/>
              <a:gd name="connsiteX0" fmla="*/ 0 w 8985250"/>
              <a:gd name="connsiteY0" fmla="*/ 0 h 986189"/>
              <a:gd name="connsiteX1" fmla="*/ 228600 w 8985250"/>
              <a:gd name="connsiteY1" fmla="*/ 6350 h 986189"/>
              <a:gd name="connsiteX2" fmla="*/ 447040 w 8985250"/>
              <a:gd name="connsiteY2" fmla="*/ 200551 h 986189"/>
              <a:gd name="connsiteX3" fmla="*/ 576580 w 8985250"/>
              <a:gd name="connsiteY3" fmla="*/ 270165 h 986189"/>
              <a:gd name="connsiteX4" fmla="*/ 641350 w 8985250"/>
              <a:gd name="connsiteY4" fmla="*/ 406400 h 986189"/>
              <a:gd name="connsiteX5" fmla="*/ 652780 w 8985250"/>
              <a:gd name="connsiteY5" fmla="*/ 707734 h 986189"/>
              <a:gd name="connsiteX6" fmla="*/ 706120 w 8985250"/>
              <a:gd name="connsiteY6" fmla="*/ 986189 h 986189"/>
              <a:gd name="connsiteX7" fmla="*/ 1028700 w 8985250"/>
              <a:gd name="connsiteY7" fmla="*/ 971550 h 986189"/>
              <a:gd name="connsiteX8" fmla="*/ 7245350 w 8985250"/>
              <a:gd name="connsiteY8" fmla="*/ 977900 h 986189"/>
              <a:gd name="connsiteX9" fmla="*/ 7618730 w 8985250"/>
              <a:gd name="connsiteY9" fmla="*/ 747148 h 986189"/>
              <a:gd name="connsiteX10" fmla="*/ 7874000 w 8985250"/>
              <a:gd name="connsiteY10" fmla="*/ 462237 h 986189"/>
              <a:gd name="connsiteX11" fmla="*/ 8185150 w 8985250"/>
              <a:gd name="connsiteY11" fmla="*/ 220937 h 986189"/>
              <a:gd name="connsiteX12" fmla="*/ 8493760 w 8985250"/>
              <a:gd name="connsiteY12" fmla="*/ 118498 h 986189"/>
              <a:gd name="connsiteX13" fmla="*/ 8985250 w 8985250"/>
              <a:gd name="connsiteY13" fmla="*/ 0 h 986189"/>
              <a:gd name="connsiteX14" fmla="*/ 0 w 8985250"/>
              <a:gd name="connsiteY14" fmla="*/ 0 h 986189"/>
              <a:gd name="connsiteX0" fmla="*/ 0 w 8985250"/>
              <a:gd name="connsiteY0" fmla="*/ 0 h 986189"/>
              <a:gd name="connsiteX1" fmla="*/ 228600 w 8985250"/>
              <a:gd name="connsiteY1" fmla="*/ 6350 h 986189"/>
              <a:gd name="connsiteX2" fmla="*/ 447040 w 8985250"/>
              <a:gd name="connsiteY2" fmla="*/ 200551 h 986189"/>
              <a:gd name="connsiteX3" fmla="*/ 576580 w 8985250"/>
              <a:gd name="connsiteY3" fmla="*/ 270165 h 986189"/>
              <a:gd name="connsiteX4" fmla="*/ 641350 w 8985250"/>
              <a:gd name="connsiteY4" fmla="*/ 406400 h 986189"/>
              <a:gd name="connsiteX5" fmla="*/ 652780 w 8985250"/>
              <a:gd name="connsiteY5" fmla="*/ 707734 h 986189"/>
              <a:gd name="connsiteX6" fmla="*/ 706120 w 8985250"/>
              <a:gd name="connsiteY6" fmla="*/ 986189 h 986189"/>
              <a:gd name="connsiteX7" fmla="*/ 1028700 w 8985250"/>
              <a:gd name="connsiteY7" fmla="*/ 971550 h 986189"/>
              <a:gd name="connsiteX8" fmla="*/ 7504430 w 8985250"/>
              <a:gd name="connsiteY8" fmla="*/ 967956 h 986189"/>
              <a:gd name="connsiteX9" fmla="*/ 7618730 w 8985250"/>
              <a:gd name="connsiteY9" fmla="*/ 747148 h 986189"/>
              <a:gd name="connsiteX10" fmla="*/ 7874000 w 8985250"/>
              <a:gd name="connsiteY10" fmla="*/ 462237 h 986189"/>
              <a:gd name="connsiteX11" fmla="*/ 8185150 w 8985250"/>
              <a:gd name="connsiteY11" fmla="*/ 220937 h 986189"/>
              <a:gd name="connsiteX12" fmla="*/ 8493760 w 8985250"/>
              <a:gd name="connsiteY12" fmla="*/ 118498 h 986189"/>
              <a:gd name="connsiteX13" fmla="*/ 8985250 w 8985250"/>
              <a:gd name="connsiteY13" fmla="*/ 0 h 986189"/>
              <a:gd name="connsiteX14" fmla="*/ 0 w 8985250"/>
              <a:gd name="connsiteY14" fmla="*/ 0 h 986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85250" h="986189">
                <a:moveTo>
                  <a:pt x="0" y="0"/>
                </a:moveTo>
                <a:lnTo>
                  <a:pt x="228600" y="6350"/>
                </a:lnTo>
                <a:lnTo>
                  <a:pt x="447040" y="200551"/>
                </a:lnTo>
                <a:lnTo>
                  <a:pt x="576580" y="270165"/>
                </a:lnTo>
                <a:lnTo>
                  <a:pt x="641350" y="406400"/>
                </a:lnTo>
                <a:lnTo>
                  <a:pt x="652780" y="707734"/>
                </a:lnTo>
                <a:lnTo>
                  <a:pt x="706120" y="986189"/>
                </a:lnTo>
                <a:lnTo>
                  <a:pt x="1028700" y="971550"/>
                </a:lnTo>
                <a:lnTo>
                  <a:pt x="7504430" y="967956"/>
                </a:lnTo>
                <a:lnTo>
                  <a:pt x="7618730" y="747148"/>
                </a:lnTo>
                <a:lnTo>
                  <a:pt x="7874000" y="462237"/>
                </a:lnTo>
                <a:lnTo>
                  <a:pt x="8185150" y="220937"/>
                </a:lnTo>
                <a:lnTo>
                  <a:pt x="8493760" y="118498"/>
                </a:lnTo>
                <a:lnTo>
                  <a:pt x="898525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D35992-C80D-2595-6DCC-93B85A74F541}"/>
              </a:ext>
            </a:extLst>
          </p:cNvPr>
          <p:cNvCxnSpPr>
            <a:cxnSpLocks/>
          </p:cNvCxnSpPr>
          <p:nvPr/>
        </p:nvCxnSpPr>
        <p:spPr>
          <a:xfrm>
            <a:off x="1440180" y="2089150"/>
            <a:ext cx="676656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71165AA-79E1-A527-1724-FB4720D43B4A}"/>
              </a:ext>
            </a:extLst>
          </p:cNvPr>
          <p:cNvGrpSpPr/>
          <p:nvPr/>
        </p:nvGrpSpPr>
        <p:grpSpPr>
          <a:xfrm>
            <a:off x="7747557" y="1863243"/>
            <a:ext cx="147793" cy="363008"/>
            <a:chOff x="4178300" y="2184317"/>
            <a:chExt cx="165100" cy="428623"/>
          </a:xfrm>
        </p:grpSpPr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A7533A66-5D62-7241-2CFF-8A81D66E6151}"/>
                </a:ext>
              </a:extLst>
            </p:cNvPr>
            <p:cNvSpPr/>
            <p:nvPr/>
          </p:nvSpPr>
          <p:spPr>
            <a:xfrm rot="10800000">
              <a:off x="4178300" y="2184317"/>
              <a:ext cx="158750" cy="1905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9D0CF1C-4072-8B3F-9FA6-27BE838BE8CF}"/>
                </a:ext>
              </a:extLst>
            </p:cNvPr>
            <p:cNvCxnSpPr/>
            <p:nvPr/>
          </p:nvCxnSpPr>
          <p:spPr>
            <a:xfrm>
              <a:off x="4184650" y="2508165"/>
              <a:ext cx="1587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3D087FD-F8A0-D9B8-C2DD-E11C1BD26D2C}"/>
                </a:ext>
              </a:extLst>
            </p:cNvPr>
            <p:cNvCxnSpPr/>
            <p:nvPr/>
          </p:nvCxnSpPr>
          <p:spPr>
            <a:xfrm>
              <a:off x="4184650" y="2558965"/>
              <a:ext cx="1587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6B37E1B-8B29-DEAA-D116-7371CCF624AC}"/>
                </a:ext>
              </a:extLst>
            </p:cNvPr>
            <p:cNvCxnSpPr/>
            <p:nvPr/>
          </p:nvCxnSpPr>
          <p:spPr>
            <a:xfrm>
              <a:off x="4184650" y="2612940"/>
              <a:ext cx="1587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E568350-A35F-49E5-407C-D2ACBB23F72C}"/>
              </a:ext>
            </a:extLst>
          </p:cNvPr>
          <p:cNvCxnSpPr>
            <a:cxnSpLocks/>
            <a:stCxn id="6" idx="11"/>
          </p:cNvCxnSpPr>
          <p:nvPr/>
        </p:nvCxnSpPr>
        <p:spPr>
          <a:xfrm flipV="1">
            <a:off x="2994660" y="2089150"/>
            <a:ext cx="0" cy="66167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904180F-81A3-246B-99EC-DDE9D62CB12C}"/>
              </a:ext>
            </a:extLst>
          </p:cNvPr>
          <p:cNvCxnSpPr>
            <a:cxnSpLocks/>
          </p:cNvCxnSpPr>
          <p:nvPr/>
        </p:nvCxnSpPr>
        <p:spPr>
          <a:xfrm flipV="1">
            <a:off x="5294947" y="2095501"/>
            <a:ext cx="0" cy="692913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F2DA450-9C84-F2D6-9707-F5D943B279F1}"/>
              </a:ext>
            </a:extLst>
          </p:cNvPr>
          <p:cNvCxnSpPr>
            <a:cxnSpLocks/>
            <a:stCxn id="6" idx="21"/>
          </p:cNvCxnSpPr>
          <p:nvPr/>
        </p:nvCxnSpPr>
        <p:spPr>
          <a:xfrm flipH="1" flipV="1">
            <a:off x="3000058" y="2750820"/>
            <a:ext cx="2288222" cy="762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E05AFF0-B1F1-AB6D-48F2-B82577713444}"/>
              </a:ext>
            </a:extLst>
          </p:cNvPr>
          <p:cNvSpPr/>
          <p:nvPr/>
        </p:nvSpPr>
        <p:spPr>
          <a:xfrm>
            <a:off x="722376" y="1413934"/>
            <a:ext cx="9678805" cy="2125952"/>
          </a:xfrm>
          <a:custGeom>
            <a:avLst/>
            <a:gdLst>
              <a:gd name="connsiteX0" fmla="*/ 0 w 9678805"/>
              <a:gd name="connsiteY0" fmla="*/ 103970 h 2125952"/>
              <a:gd name="connsiteX1" fmla="*/ 585216 w 9678805"/>
              <a:gd name="connsiteY1" fmla="*/ 140546 h 2125952"/>
              <a:gd name="connsiteX2" fmla="*/ 749808 w 9678805"/>
              <a:gd name="connsiteY2" fmla="*/ 707474 h 2125952"/>
              <a:gd name="connsiteX3" fmla="*/ 1517904 w 9678805"/>
              <a:gd name="connsiteY3" fmla="*/ 1292690 h 2125952"/>
              <a:gd name="connsiteX4" fmla="*/ 2331720 w 9678805"/>
              <a:gd name="connsiteY4" fmla="*/ 1356698 h 2125952"/>
              <a:gd name="connsiteX5" fmla="*/ 3136392 w 9678805"/>
              <a:gd name="connsiteY5" fmla="*/ 2042498 h 2125952"/>
              <a:gd name="connsiteX6" fmla="*/ 4014216 w 9678805"/>
              <a:gd name="connsiteY6" fmla="*/ 2042498 h 2125952"/>
              <a:gd name="connsiteX7" fmla="*/ 4416552 w 9678805"/>
              <a:gd name="connsiteY7" fmla="*/ 1393274 h 2125952"/>
              <a:gd name="connsiteX8" fmla="*/ 5431536 w 9678805"/>
              <a:gd name="connsiteY8" fmla="*/ 1292690 h 2125952"/>
              <a:gd name="connsiteX9" fmla="*/ 6382512 w 9678805"/>
              <a:gd name="connsiteY9" fmla="*/ 1256114 h 2125952"/>
              <a:gd name="connsiteX10" fmla="*/ 7187184 w 9678805"/>
              <a:gd name="connsiteY10" fmla="*/ 1054946 h 2125952"/>
              <a:gd name="connsiteX11" fmla="*/ 7735824 w 9678805"/>
              <a:gd name="connsiteY11" fmla="*/ 424010 h 2125952"/>
              <a:gd name="connsiteX12" fmla="*/ 8357616 w 9678805"/>
              <a:gd name="connsiteY12" fmla="*/ 49106 h 2125952"/>
              <a:gd name="connsiteX13" fmla="*/ 9564624 w 9678805"/>
              <a:gd name="connsiteY13" fmla="*/ 3386 h 2125952"/>
              <a:gd name="connsiteX14" fmla="*/ 9628632 w 9678805"/>
              <a:gd name="connsiteY14" fmla="*/ 3386 h 2125952"/>
              <a:gd name="connsiteX15" fmla="*/ 9628632 w 9678805"/>
              <a:gd name="connsiteY15" fmla="*/ 3386 h 2125952"/>
              <a:gd name="connsiteX0" fmla="*/ 0 w 9678805"/>
              <a:gd name="connsiteY0" fmla="*/ 21674 h 2125952"/>
              <a:gd name="connsiteX1" fmla="*/ 585216 w 9678805"/>
              <a:gd name="connsiteY1" fmla="*/ 140546 h 2125952"/>
              <a:gd name="connsiteX2" fmla="*/ 749808 w 9678805"/>
              <a:gd name="connsiteY2" fmla="*/ 707474 h 2125952"/>
              <a:gd name="connsiteX3" fmla="*/ 1517904 w 9678805"/>
              <a:gd name="connsiteY3" fmla="*/ 1292690 h 2125952"/>
              <a:gd name="connsiteX4" fmla="*/ 2331720 w 9678805"/>
              <a:gd name="connsiteY4" fmla="*/ 1356698 h 2125952"/>
              <a:gd name="connsiteX5" fmla="*/ 3136392 w 9678805"/>
              <a:gd name="connsiteY5" fmla="*/ 2042498 h 2125952"/>
              <a:gd name="connsiteX6" fmla="*/ 4014216 w 9678805"/>
              <a:gd name="connsiteY6" fmla="*/ 2042498 h 2125952"/>
              <a:gd name="connsiteX7" fmla="*/ 4416552 w 9678805"/>
              <a:gd name="connsiteY7" fmla="*/ 1393274 h 2125952"/>
              <a:gd name="connsiteX8" fmla="*/ 5431536 w 9678805"/>
              <a:gd name="connsiteY8" fmla="*/ 1292690 h 2125952"/>
              <a:gd name="connsiteX9" fmla="*/ 6382512 w 9678805"/>
              <a:gd name="connsiteY9" fmla="*/ 1256114 h 2125952"/>
              <a:gd name="connsiteX10" fmla="*/ 7187184 w 9678805"/>
              <a:gd name="connsiteY10" fmla="*/ 1054946 h 2125952"/>
              <a:gd name="connsiteX11" fmla="*/ 7735824 w 9678805"/>
              <a:gd name="connsiteY11" fmla="*/ 424010 h 2125952"/>
              <a:gd name="connsiteX12" fmla="*/ 8357616 w 9678805"/>
              <a:gd name="connsiteY12" fmla="*/ 49106 h 2125952"/>
              <a:gd name="connsiteX13" fmla="*/ 9564624 w 9678805"/>
              <a:gd name="connsiteY13" fmla="*/ 3386 h 2125952"/>
              <a:gd name="connsiteX14" fmla="*/ 9628632 w 9678805"/>
              <a:gd name="connsiteY14" fmla="*/ 3386 h 2125952"/>
              <a:gd name="connsiteX15" fmla="*/ 9628632 w 9678805"/>
              <a:gd name="connsiteY15" fmla="*/ 3386 h 2125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678805" h="2125952">
                <a:moveTo>
                  <a:pt x="0" y="21674"/>
                </a:moveTo>
                <a:cubicBezTo>
                  <a:pt x="230124" y="-10330"/>
                  <a:pt x="460248" y="26246"/>
                  <a:pt x="585216" y="140546"/>
                </a:cubicBezTo>
                <a:cubicBezTo>
                  <a:pt x="710184" y="254846"/>
                  <a:pt x="594360" y="515450"/>
                  <a:pt x="749808" y="707474"/>
                </a:cubicBezTo>
                <a:cubicBezTo>
                  <a:pt x="905256" y="899498"/>
                  <a:pt x="1254252" y="1184486"/>
                  <a:pt x="1517904" y="1292690"/>
                </a:cubicBezTo>
                <a:cubicBezTo>
                  <a:pt x="1781556" y="1400894"/>
                  <a:pt x="2061972" y="1231730"/>
                  <a:pt x="2331720" y="1356698"/>
                </a:cubicBezTo>
                <a:cubicBezTo>
                  <a:pt x="2601468" y="1481666"/>
                  <a:pt x="2855976" y="1928198"/>
                  <a:pt x="3136392" y="2042498"/>
                </a:cubicBezTo>
                <a:cubicBezTo>
                  <a:pt x="3416808" y="2156798"/>
                  <a:pt x="3800856" y="2150702"/>
                  <a:pt x="4014216" y="2042498"/>
                </a:cubicBezTo>
                <a:cubicBezTo>
                  <a:pt x="4227576" y="1934294"/>
                  <a:pt x="4180332" y="1518242"/>
                  <a:pt x="4416552" y="1393274"/>
                </a:cubicBezTo>
                <a:cubicBezTo>
                  <a:pt x="4652772" y="1268306"/>
                  <a:pt x="5103876" y="1315550"/>
                  <a:pt x="5431536" y="1292690"/>
                </a:cubicBezTo>
                <a:cubicBezTo>
                  <a:pt x="5759196" y="1269830"/>
                  <a:pt x="6089904" y="1295738"/>
                  <a:pt x="6382512" y="1256114"/>
                </a:cubicBezTo>
                <a:cubicBezTo>
                  <a:pt x="6675120" y="1216490"/>
                  <a:pt x="6961632" y="1193630"/>
                  <a:pt x="7187184" y="1054946"/>
                </a:cubicBezTo>
                <a:cubicBezTo>
                  <a:pt x="7412736" y="916262"/>
                  <a:pt x="7540752" y="591650"/>
                  <a:pt x="7735824" y="424010"/>
                </a:cubicBezTo>
                <a:cubicBezTo>
                  <a:pt x="7930896" y="256370"/>
                  <a:pt x="8052816" y="119210"/>
                  <a:pt x="8357616" y="49106"/>
                </a:cubicBezTo>
                <a:cubicBezTo>
                  <a:pt x="8662416" y="-20998"/>
                  <a:pt x="9352788" y="11006"/>
                  <a:pt x="9564624" y="3386"/>
                </a:cubicBezTo>
                <a:cubicBezTo>
                  <a:pt x="9776460" y="-4234"/>
                  <a:pt x="9628632" y="3386"/>
                  <a:pt x="9628632" y="3386"/>
                </a:cubicBezTo>
                <a:lnTo>
                  <a:pt x="9628632" y="3386"/>
                </a:lnTo>
              </a:path>
            </a:pathLst>
          </a:custGeom>
          <a:noFill/>
          <a:ln w="762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474CE59-05C1-6A58-09F1-D8690DF8207C}"/>
              </a:ext>
            </a:extLst>
          </p:cNvPr>
          <p:cNvSpPr txBox="1"/>
          <p:nvPr/>
        </p:nvSpPr>
        <p:spPr>
          <a:xfrm>
            <a:off x="1760221" y="1458318"/>
            <a:ext cx="1234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Floodplain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0E437BC-3E79-A472-5EC4-BF208D7663FA}"/>
              </a:ext>
            </a:extLst>
          </p:cNvPr>
          <p:cNvSpPr txBox="1"/>
          <p:nvPr/>
        </p:nvSpPr>
        <p:spPr>
          <a:xfrm>
            <a:off x="5867401" y="1458318"/>
            <a:ext cx="1234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Floodplain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41A2D6-A1AE-0181-E1E9-47176F8BA338}"/>
              </a:ext>
            </a:extLst>
          </p:cNvPr>
          <p:cNvSpPr txBox="1"/>
          <p:nvPr/>
        </p:nvSpPr>
        <p:spPr>
          <a:xfrm>
            <a:off x="3526949" y="1458318"/>
            <a:ext cx="1234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Channel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D9D5BDD-8A0A-4C8E-74FF-2931DC8C7224}"/>
              </a:ext>
            </a:extLst>
          </p:cNvPr>
          <p:cNvCxnSpPr>
            <a:cxnSpLocks/>
          </p:cNvCxnSpPr>
          <p:nvPr/>
        </p:nvCxnSpPr>
        <p:spPr>
          <a:xfrm>
            <a:off x="1493520" y="1827650"/>
            <a:ext cx="671322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BC6CAE8-41B6-DF99-E526-10851240563D}"/>
              </a:ext>
            </a:extLst>
          </p:cNvPr>
          <p:cNvCxnSpPr>
            <a:cxnSpLocks/>
          </p:cNvCxnSpPr>
          <p:nvPr/>
        </p:nvCxnSpPr>
        <p:spPr>
          <a:xfrm flipV="1">
            <a:off x="1493520" y="1698685"/>
            <a:ext cx="0" cy="25793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21CBC97-9CB9-9B58-EECF-B76B04A1A61A}"/>
              </a:ext>
            </a:extLst>
          </p:cNvPr>
          <p:cNvCxnSpPr>
            <a:cxnSpLocks/>
          </p:cNvCxnSpPr>
          <p:nvPr/>
        </p:nvCxnSpPr>
        <p:spPr>
          <a:xfrm flipV="1">
            <a:off x="3009900" y="1698685"/>
            <a:ext cx="0" cy="25793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50F7345-EEF0-29D6-4DD8-5859D493473F}"/>
              </a:ext>
            </a:extLst>
          </p:cNvPr>
          <p:cNvCxnSpPr>
            <a:cxnSpLocks/>
          </p:cNvCxnSpPr>
          <p:nvPr/>
        </p:nvCxnSpPr>
        <p:spPr>
          <a:xfrm flipV="1">
            <a:off x="5294947" y="1698685"/>
            <a:ext cx="0" cy="25793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33A7CF5-C5D6-21F9-B159-C61325627D5B}"/>
              </a:ext>
            </a:extLst>
          </p:cNvPr>
          <p:cNvCxnSpPr>
            <a:cxnSpLocks/>
          </p:cNvCxnSpPr>
          <p:nvPr/>
        </p:nvCxnSpPr>
        <p:spPr>
          <a:xfrm flipV="1">
            <a:off x="8206740" y="1698685"/>
            <a:ext cx="0" cy="25793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344DD0CC-861C-541B-6C6D-295CA4E5F127}"/>
              </a:ext>
            </a:extLst>
          </p:cNvPr>
          <p:cNvSpPr txBox="1"/>
          <p:nvPr/>
        </p:nvSpPr>
        <p:spPr>
          <a:xfrm>
            <a:off x="1725870" y="2195089"/>
            <a:ext cx="1303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Floodplain</a:t>
            </a:r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8FD5FA5-6260-740A-128F-5E8D40894143}"/>
              </a:ext>
            </a:extLst>
          </p:cNvPr>
          <p:cNvSpPr txBox="1"/>
          <p:nvPr/>
        </p:nvSpPr>
        <p:spPr>
          <a:xfrm>
            <a:off x="5804062" y="2196761"/>
            <a:ext cx="13144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Floodplain</a:t>
            </a:r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29B5981-F0BF-C186-A3F8-35DC66293CA2}"/>
              </a:ext>
            </a:extLst>
          </p:cNvPr>
          <p:cNvSpPr txBox="1"/>
          <p:nvPr/>
        </p:nvSpPr>
        <p:spPr>
          <a:xfrm>
            <a:off x="3248819" y="2189566"/>
            <a:ext cx="17906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Bankfull</a:t>
            </a:r>
            <a:r>
              <a:rPr lang="en-US" sz="1400" dirty="0"/>
              <a:t> excess</a:t>
            </a:r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3C978EB-64CE-B71E-7BD8-7DDDE2DD1617}"/>
              </a:ext>
            </a:extLst>
          </p:cNvPr>
          <p:cNvSpPr txBox="1"/>
          <p:nvPr/>
        </p:nvSpPr>
        <p:spPr>
          <a:xfrm>
            <a:off x="3704907" y="2865258"/>
            <a:ext cx="1056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Bankfull</a:t>
            </a:r>
            <a:endParaRPr lang="en-US" sz="1400" dirty="0"/>
          </a:p>
          <a:p>
            <a:r>
              <a:rPr lang="en-US" sz="1400" dirty="0"/>
              <a:t>channel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758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Box 213">
            <a:extLst>
              <a:ext uri="{FF2B5EF4-FFF2-40B4-BE49-F238E27FC236}">
                <a16:creationId xmlns:a16="http://schemas.microsoft.com/office/drawing/2014/main" id="{5301E0A0-5552-DCC3-3A9C-518B073317BA}"/>
              </a:ext>
            </a:extLst>
          </p:cNvPr>
          <p:cNvSpPr txBox="1"/>
          <p:nvPr/>
        </p:nvSpPr>
        <p:spPr>
          <a:xfrm>
            <a:off x="104479" y="658600"/>
            <a:ext cx="2732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Contributing catchment</a:t>
            </a:r>
          </a:p>
          <a:p>
            <a:r>
              <a:rPr lang="en-US" b="1" dirty="0"/>
              <a:t>River channel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82D0D70-6A9D-4167-C49D-4ADB37EF87B7}"/>
              </a:ext>
            </a:extLst>
          </p:cNvPr>
          <p:cNvSpPr txBox="1"/>
          <p:nvPr/>
        </p:nvSpPr>
        <p:spPr>
          <a:xfrm>
            <a:off x="3487801" y="787329"/>
            <a:ext cx="140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HAND grid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D1D5FB39-9473-C0F7-D5E3-D31961DE36DD}"/>
              </a:ext>
            </a:extLst>
          </p:cNvPr>
          <p:cNvSpPr txBox="1"/>
          <p:nvPr/>
        </p:nvSpPr>
        <p:spPr>
          <a:xfrm>
            <a:off x="8122919" y="784174"/>
            <a:ext cx="1315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Flood map</a:t>
            </a:r>
          </a:p>
        </p:txBody>
      </p:sp>
      <p:graphicFrame>
        <p:nvGraphicFramePr>
          <p:cNvPr id="254" name="Table 253">
            <a:extLst>
              <a:ext uri="{FF2B5EF4-FFF2-40B4-BE49-F238E27FC236}">
                <a16:creationId xmlns:a16="http://schemas.microsoft.com/office/drawing/2014/main" id="{8A3D1719-6386-AF9D-E6C7-6576DA2D54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473098"/>
              </p:ext>
            </p:extLst>
          </p:nvPr>
        </p:nvGraphicFramePr>
        <p:xfrm>
          <a:off x="495583" y="1362078"/>
          <a:ext cx="2251200" cy="20669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120">
                  <a:extLst>
                    <a:ext uri="{9D8B030D-6E8A-4147-A177-3AD203B41FA5}">
                      <a16:colId xmlns:a16="http://schemas.microsoft.com/office/drawing/2014/main" val="2082667737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932144368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3957191985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75987270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3480650461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932773959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300796656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508619964"/>
                    </a:ext>
                  </a:extLst>
                </a:gridCol>
                <a:gridCol w="450240">
                  <a:extLst>
                    <a:ext uri="{9D8B030D-6E8A-4147-A177-3AD203B41FA5}">
                      <a16:colId xmlns:a16="http://schemas.microsoft.com/office/drawing/2014/main" val="3236450095"/>
                    </a:ext>
                  </a:extLst>
                </a:gridCol>
              </a:tblGrid>
              <a:tr h="229658">
                <a:tc grid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rowSpan="2"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551304928"/>
                  </a:ext>
                </a:extLst>
              </a:tr>
              <a:tr h="229658">
                <a:tc grid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2348870361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3570964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1481483129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rowSpan="3" h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546399253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459454870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4120451297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gridSpan="4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1730842025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569810502"/>
                  </a:ext>
                </a:extLst>
              </a:tr>
            </a:tbl>
          </a:graphicData>
        </a:graphic>
      </p:graphicFrame>
      <p:sp>
        <p:nvSpPr>
          <p:cNvPr id="255" name="Freeform: Shape 254">
            <a:extLst>
              <a:ext uri="{FF2B5EF4-FFF2-40B4-BE49-F238E27FC236}">
                <a16:creationId xmlns:a16="http://schemas.microsoft.com/office/drawing/2014/main" id="{ECED7D74-2C46-E86D-E0C6-2A31389B8790}"/>
              </a:ext>
            </a:extLst>
          </p:cNvPr>
          <p:cNvSpPr/>
          <p:nvPr/>
        </p:nvSpPr>
        <p:spPr>
          <a:xfrm>
            <a:off x="504727" y="1384632"/>
            <a:ext cx="972939" cy="2031739"/>
          </a:xfrm>
          <a:custGeom>
            <a:avLst/>
            <a:gdLst>
              <a:gd name="connsiteX0" fmla="*/ 647700 w 647700"/>
              <a:gd name="connsiteY0" fmla="*/ 0 h 1346200"/>
              <a:gd name="connsiteX1" fmla="*/ 488950 w 647700"/>
              <a:gd name="connsiteY1" fmla="*/ 95250 h 1346200"/>
              <a:gd name="connsiteX2" fmla="*/ 361950 w 647700"/>
              <a:gd name="connsiteY2" fmla="*/ 457200 h 1346200"/>
              <a:gd name="connsiteX3" fmla="*/ 387350 w 647700"/>
              <a:gd name="connsiteY3" fmla="*/ 742950 h 1346200"/>
              <a:gd name="connsiteX4" fmla="*/ 279400 w 647700"/>
              <a:gd name="connsiteY4" fmla="*/ 927100 h 1346200"/>
              <a:gd name="connsiteX5" fmla="*/ 152400 w 647700"/>
              <a:gd name="connsiteY5" fmla="*/ 1066800 h 1346200"/>
              <a:gd name="connsiteX6" fmla="*/ 31750 w 647700"/>
              <a:gd name="connsiteY6" fmla="*/ 1238250 h 1346200"/>
              <a:gd name="connsiteX7" fmla="*/ 12700 w 647700"/>
              <a:gd name="connsiteY7" fmla="*/ 1346200 h 1346200"/>
              <a:gd name="connsiteX8" fmla="*/ 12700 w 647700"/>
              <a:gd name="connsiteY8" fmla="*/ 1346200 h 1346200"/>
              <a:gd name="connsiteX9" fmla="*/ 0 w 647700"/>
              <a:gd name="connsiteY9" fmla="*/ 1339850 h 1346200"/>
              <a:gd name="connsiteX0" fmla="*/ 647700 w 647700"/>
              <a:gd name="connsiteY0" fmla="*/ 0 h 1346200"/>
              <a:gd name="connsiteX1" fmla="*/ 488950 w 647700"/>
              <a:gd name="connsiteY1" fmla="*/ 95250 h 1346200"/>
              <a:gd name="connsiteX2" fmla="*/ 361950 w 647700"/>
              <a:gd name="connsiteY2" fmla="*/ 457200 h 1346200"/>
              <a:gd name="connsiteX3" fmla="*/ 387350 w 647700"/>
              <a:gd name="connsiteY3" fmla="*/ 742950 h 1346200"/>
              <a:gd name="connsiteX4" fmla="*/ 279400 w 647700"/>
              <a:gd name="connsiteY4" fmla="*/ 927100 h 1346200"/>
              <a:gd name="connsiteX5" fmla="*/ 338521 w 647700"/>
              <a:gd name="connsiteY5" fmla="*/ 1119750 h 1346200"/>
              <a:gd name="connsiteX6" fmla="*/ 31750 w 647700"/>
              <a:gd name="connsiteY6" fmla="*/ 1238250 h 1346200"/>
              <a:gd name="connsiteX7" fmla="*/ 12700 w 647700"/>
              <a:gd name="connsiteY7" fmla="*/ 1346200 h 1346200"/>
              <a:gd name="connsiteX8" fmla="*/ 12700 w 647700"/>
              <a:gd name="connsiteY8" fmla="*/ 1346200 h 1346200"/>
              <a:gd name="connsiteX9" fmla="*/ 0 w 647700"/>
              <a:gd name="connsiteY9" fmla="*/ 1339850 h 1346200"/>
              <a:gd name="connsiteX0" fmla="*/ 647700 w 647700"/>
              <a:gd name="connsiteY0" fmla="*/ 0 h 1346200"/>
              <a:gd name="connsiteX1" fmla="*/ 488950 w 647700"/>
              <a:gd name="connsiteY1" fmla="*/ 95250 h 1346200"/>
              <a:gd name="connsiteX2" fmla="*/ 361950 w 647700"/>
              <a:gd name="connsiteY2" fmla="*/ 457200 h 1346200"/>
              <a:gd name="connsiteX3" fmla="*/ 387350 w 647700"/>
              <a:gd name="connsiteY3" fmla="*/ 742950 h 1346200"/>
              <a:gd name="connsiteX4" fmla="*/ 279400 w 647700"/>
              <a:gd name="connsiteY4" fmla="*/ 927100 h 1346200"/>
              <a:gd name="connsiteX5" fmla="*/ 338521 w 647700"/>
              <a:gd name="connsiteY5" fmla="*/ 1119750 h 1346200"/>
              <a:gd name="connsiteX6" fmla="*/ 441216 w 647700"/>
              <a:gd name="connsiteY6" fmla="*/ 1166047 h 1346200"/>
              <a:gd name="connsiteX7" fmla="*/ 12700 w 647700"/>
              <a:gd name="connsiteY7" fmla="*/ 1346200 h 1346200"/>
              <a:gd name="connsiteX8" fmla="*/ 12700 w 647700"/>
              <a:gd name="connsiteY8" fmla="*/ 1346200 h 1346200"/>
              <a:gd name="connsiteX9" fmla="*/ 0 w 647700"/>
              <a:gd name="connsiteY9" fmla="*/ 1339850 h 1346200"/>
              <a:gd name="connsiteX0" fmla="*/ 635000 w 635000"/>
              <a:gd name="connsiteY0" fmla="*/ 0 h 1346200"/>
              <a:gd name="connsiteX1" fmla="*/ 476250 w 635000"/>
              <a:gd name="connsiteY1" fmla="*/ 95250 h 1346200"/>
              <a:gd name="connsiteX2" fmla="*/ 349250 w 635000"/>
              <a:gd name="connsiteY2" fmla="*/ 457200 h 1346200"/>
              <a:gd name="connsiteX3" fmla="*/ 374650 w 635000"/>
              <a:gd name="connsiteY3" fmla="*/ 742950 h 1346200"/>
              <a:gd name="connsiteX4" fmla="*/ 266700 w 635000"/>
              <a:gd name="connsiteY4" fmla="*/ 927100 h 1346200"/>
              <a:gd name="connsiteX5" fmla="*/ 325821 w 635000"/>
              <a:gd name="connsiteY5" fmla="*/ 1119750 h 1346200"/>
              <a:gd name="connsiteX6" fmla="*/ 428516 w 635000"/>
              <a:gd name="connsiteY6" fmla="*/ 1166047 h 1346200"/>
              <a:gd name="connsiteX7" fmla="*/ 0 w 635000"/>
              <a:gd name="connsiteY7" fmla="*/ 1346200 h 1346200"/>
              <a:gd name="connsiteX8" fmla="*/ 0 w 635000"/>
              <a:gd name="connsiteY8" fmla="*/ 1346200 h 1346200"/>
              <a:gd name="connsiteX9" fmla="*/ 592193 w 635000"/>
              <a:gd name="connsiteY9" fmla="*/ 1200256 h 1346200"/>
              <a:gd name="connsiteX0" fmla="*/ 635000 w 635000"/>
              <a:gd name="connsiteY0" fmla="*/ 0 h 1346200"/>
              <a:gd name="connsiteX1" fmla="*/ 476250 w 635000"/>
              <a:gd name="connsiteY1" fmla="*/ 95250 h 1346200"/>
              <a:gd name="connsiteX2" fmla="*/ 349250 w 635000"/>
              <a:gd name="connsiteY2" fmla="*/ 457200 h 1346200"/>
              <a:gd name="connsiteX3" fmla="*/ 374650 w 635000"/>
              <a:gd name="connsiteY3" fmla="*/ 742950 h 1346200"/>
              <a:gd name="connsiteX4" fmla="*/ 266700 w 635000"/>
              <a:gd name="connsiteY4" fmla="*/ 927100 h 1346200"/>
              <a:gd name="connsiteX5" fmla="*/ 325821 w 635000"/>
              <a:gd name="connsiteY5" fmla="*/ 1119750 h 1346200"/>
              <a:gd name="connsiteX6" fmla="*/ 428516 w 635000"/>
              <a:gd name="connsiteY6" fmla="*/ 1166047 h 1346200"/>
              <a:gd name="connsiteX7" fmla="*/ 0 w 635000"/>
              <a:gd name="connsiteY7" fmla="*/ 1346200 h 1346200"/>
              <a:gd name="connsiteX8" fmla="*/ 592193 w 635000"/>
              <a:gd name="connsiteY8" fmla="*/ 1200256 h 1346200"/>
              <a:gd name="connsiteX0" fmla="*/ 369366 w 369366"/>
              <a:gd name="connsiteY0" fmla="*/ 0 h 1200256"/>
              <a:gd name="connsiteX1" fmla="*/ 210616 w 369366"/>
              <a:gd name="connsiteY1" fmla="*/ 95250 h 1200256"/>
              <a:gd name="connsiteX2" fmla="*/ 83616 w 369366"/>
              <a:gd name="connsiteY2" fmla="*/ 457200 h 1200256"/>
              <a:gd name="connsiteX3" fmla="*/ 109016 w 369366"/>
              <a:gd name="connsiteY3" fmla="*/ 742950 h 1200256"/>
              <a:gd name="connsiteX4" fmla="*/ 1066 w 369366"/>
              <a:gd name="connsiteY4" fmla="*/ 927100 h 1200256"/>
              <a:gd name="connsiteX5" fmla="*/ 60187 w 369366"/>
              <a:gd name="connsiteY5" fmla="*/ 1119750 h 1200256"/>
              <a:gd name="connsiteX6" fmla="*/ 162882 w 369366"/>
              <a:gd name="connsiteY6" fmla="*/ 1166047 h 1200256"/>
              <a:gd name="connsiteX7" fmla="*/ 326559 w 369366"/>
              <a:gd name="connsiteY7" fmla="*/ 1200256 h 1200256"/>
              <a:gd name="connsiteX0" fmla="*/ 290265 w 326559"/>
              <a:gd name="connsiteY0" fmla="*/ 0 h 1219510"/>
              <a:gd name="connsiteX1" fmla="*/ 210616 w 326559"/>
              <a:gd name="connsiteY1" fmla="*/ 114504 h 1219510"/>
              <a:gd name="connsiteX2" fmla="*/ 83616 w 326559"/>
              <a:gd name="connsiteY2" fmla="*/ 476454 h 1219510"/>
              <a:gd name="connsiteX3" fmla="*/ 109016 w 326559"/>
              <a:gd name="connsiteY3" fmla="*/ 762204 h 1219510"/>
              <a:gd name="connsiteX4" fmla="*/ 1066 w 326559"/>
              <a:gd name="connsiteY4" fmla="*/ 946354 h 1219510"/>
              <a:gd name="connsiteX5" fmla="*/ 60187 w 326559"/>
              <a:gd name="connsiteY5" fmla="*/ 1139004 h 1219510"/>
              <a:gd name="connsiteX6" fmla="*/ 162882 w 326559"/>
              <a:gd name="connsiteY6" fmla="*/ 1185301 h 1219510"/>
              <a:gd name="connsiteX7" fmla="*/ 326559 w 326559"/>
              <a:gd name="connsiteY7" fmla="*/ 1219510 h 1219510"/>
              <a:gd name="connsiteX0" fmla="*/ 472105 w 508399"/>
              <a:gd name="connsiteY0" fmla="*/ 0 h 1255467"/>
              <a:gd name="connsiteX1" fmla="*/ 392456 w 508399"/>
              <a:gd name="connsiteY1" fmla="*/ 114504 h 1255467"/>
              <a:gd name="connsiteX2" fmla="*/ 265456 w 508399"/>
              <a:gd name="connsiteY2" fmla="*/ 476454 h 1255467"/>
              <a:gd name="connsiteX3" fmla="*/ 290856 w 508399"/>
              <a:gd name="connsiteY3" fmla="*/ 762204 h 1255467"/>
              <a:gd name="connsiteX4" fmla="*/ 182906 w 508399"/>
              <a:gd name="connsiteY4" fmla="*/ 946354 h 1255467"/>
              <a:gd name="connsiteX5" fmla="*/ 242027 w 508399"/>
              <a:gd name="connsiteY5" fmla="*/ 1139004 h 1255467"/>
              <a:gd name="connsiteX6" fmla="*/ 5237 w 508399"/>
              <a:gd name="connsiteY6" fmla="*/ 1253328 h 1255467"/>
              <a:gd name="connsiteX7" fmla="*/ 508399 w 508399"/>
              <a:gd name="connsiteY7" fmla="*/ 1219510 h 1255467"/>
              <a:gd name="connsiteX0" fmla="*/ 948508 w 948508"/>
              <a:gd name="connsiteY0" fmla="*/ 0 h 1374118"/>
              <a:gd name="connsiteX1" fmla="*/ 868859 w 948508"/>
              <a:gd name="connsiteY1" fmla="*/ 114504 h 1374118"/>
              <a:gd name="connsiteX2" fmla="*/ 741859 w 948508"/>
              <a:gd name="connsiteY2" fmla="*/ 476454 h 1374118"/>
              <a:gd name="connsiteX3" fmla="*/ 767259 w 948508"/>
              <a:gd name="connsiteY3" fmla="*/ 762204 h 1374118"/>
              <a:gd name="connsiteX4" fmla="*/ 659309 w 948508"/>
              <a:gd name="connsiteY4" fmla="*/ 946354 h 1374118"/>
              <a:gd name="connsiteX5" fmla="*/ 718430 w 948508"/>
              <a:gd name="connsiteY5" fmla="*/ 1139004 h 1374118"/>
              <a:gd name="connsiteX6" fmla="*/ 481640 w 948508"/>
              <a:gd name="connsiteY6" fmla="*/ 1253328 h 1374118"/>
              <a:gd name="connsiteX7" fmla="*/ 2082 w 948508"/>
              <a:gd name="connsiteY7" fmla="*/ 1374118 h 1374118"/>
              <a:gd name="connsiteX0" fmla="*/ 952418 w 952418"/>
              <a:gd name="connsiteY0" fmla="*/ 0 h 1374118"/>
              <a:gd name="connsiteX1" fmla="*/ 872769 w 952418"/>
              <a:gd name="connsiteY1" fmla="*/ 114504 h 1374118"/>
              <a:gd name="connsiteX2" fmla="*/ 745769 w 952418"/>
              <a:gd name="connsiteY2" fmla="*/ 476454 h 1374118"/>
              <a:gd name="connsiteX3" fmla="*/ 771169 w 952418"/>
              <a:gd name="connsiteY3" fmla="*/ 762204 h 1374118"/>
              <a:gd name="connsiteX4" fmla="*/ 663219 w 952418"/>
              <a:gd name="connsiteY4" fmla="*/ 946354 h 1374118"/>
              <a:gd name="connsiteX5" fmla="*/ 722340 w 952418"/>
              <a:gd name="connsiteY5" fmla="*/ 1139004 h 1374118"/>
              <a:gd name="connsiteX6" fmla="*/ 208601 w 952418"/>
              <a:gd name="connsiteY6" fmla="*/ 1210038 h 1374118"/>
              <a:gd name="connsiteX7" fmla="*/ 5992 w 952418"/>
              <a:gd name="connsiteY7" fmla="*/ 1374118 h 1374118"/>
              <a:gd name="connsiteX0" fmla="*/ 950575 w 950575"/>
              <a:gd name="connsiteY0" fmla="*/ 0 h 1374118"/>
              <a:gd name="connsiteX1" fmla="*/ 870926 w 950575"/>
              <a:gd name="connsiteY1" fmla="*/ 114504 h 1374118"/>
              <a:gd name="connsiteX2" fmla="*/ 743926 w 950575"/>
              <a:gd name="connsiteY2" fmla="*/ 476454 h 1374118"/>
              <a:gd name="connsiteX3" fmla="*/ 769326 w 950575"/>
              <a:gd name="connsiteY3" fmla="*/ 762204 h 1374118"/>
              <a:gd name="connsiteX4" fmla="*/ 661376 w 950575"/>
              <a:gd name="connsiteY4" fmla="*/ 946354 h 1374118"/>
              <a:gd name="connsiteX5" fmla="*/ 309541 w 950575"/>
              <a:gd name="connsiteY5" fmla="*/ 1064792 h 1374118"/>
              <a:gd name="connsiteX6" fmla="*/ 206758 w 950575"/>
              <a:gd name="connsiteY6" fmla="*/ 1210038 h 1374118"/>
              <a:gd name="connsiteX7" fmla="*/ 4149 w 950575"/>
              <a:gd name="connsiteY7" fmla="*/ 1374118 h 1374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50575" h="1374118">
                <a:moveTo>
                  <a:pt x="950575" y="0"/>
                </a:moveTo>
                <a:cubicBezTo>
                  <a:pt x="895012" y="9525"/>
                  <a:pt x="905367" y="35095"/>
                  <a:pt x="870926" y="114504"/>
                </a:cubicBezTo>
                <a:cubicBezTo>
                  <a:pt x="836485" y="193913"/>
                  <a:pt x="760859" y="368504"/>
                  <a:pt x="743926" y="476454"/>
                </a:cubicBezTo>
                <a:cubicBezTo>
                  <a:pt x="726993" y="584404"/>
                  <a:pt x="783084" y="683887"/>
                  <a:pt x="769326" y="762204"/>
                </a:cubicBezTo>
                <a:cubicBezTo>
                  <a:pt x="755568" y="840521"/>
                  <a:pt x="738007" y="895923"/>
                  <a:pt x="661376" y="946354"/>
                </a:cubicBezTo>
                <a:cubicBezTo>
                  <a:pt x="584745" y="996785"/>
                  <a:pt x="385311" y="1020845"/>
                  <a:pt x="309541" y="1064792"/>
                </a:cubicBezTo>
                <a:cubicBezTo>
                  <a:pt x="233771" y="1108739"/>
                  <a:pt x="257657" y="1158484"/>
                  <a:pt x="206758" y="1210038"/>
                </a:cubicBezTo>
                <a:cubicBezTo>
                  <a:pt x="155859" y="1261592"/>
                  <a:pt x="-29950" y="1366991"/>
                  <a:pt x="4149" y="1374118"/>
                </a:cubicBezTo>
              </a:path>
            </a:pathLst>
          </a:custGeom>
          <a:noFill/>
          <a:ln w="762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56" name="Table 255">
            <a:extLst>
              <a:ext uri="{FF2B5EF4-FFF2-40B4-BE49-F238E27FC236}">
                <a16:creationId xmlns:a16="http://schemas.microsoft.com/office/drawing/2014/main" id="{A00EEABB-254F-C417-E8DB-2B92BAB487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114791"/>
              </p:ext>
            </p:extLst>
          </p:nvPr>
        </p:nvGraphicFramePr>
        <p:xfrm>
          <a:off x="3067051" y="1362078"/>
          <a:ext cx="2251200" cy="20669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120">
                  <a:extLst>
                    <a:ext uri="{9D8B030D-6E8A-4147-A177-3AD203B41FA5}">
                      <a16:colId xmlns:a16="http://schemas.microsoft.com/office/drawing/2014/main" val="2082667737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932144368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3957191985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75987270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3480650461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932773959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300796656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508619964"/>
                    </a:ext>
                  </a:extLst>
                </a:gridCol>
                <a:gridCol w="450240">
                  <a:extLst>
                    <a:ext uri="{9D8B030D-6E8A-4147-A177-3AD203B41FA5}">
                      <a16:colId xmlns:a16="http://schemas.microsoft.com/office/drawing/2014/main" val="3236450095"/>
                    </a:ext>
                  </a:extLst>
                </a:gridCol>
              </a:tblGrid>
              <a:tr h="229658">
                <a:tc grid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rowSpan="2"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551304928"/>
                  </a:ext>
                </a:extLst>
              </a:tr>
              <a:tr h="229658">
                <a:tc grid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2348870361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5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5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8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3570964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1481483129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rowSpan="3" h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546399253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r>
                        <a:rPr lang="en-US" sz="1100" dirty="0"/>
                        <a:t>4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5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7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459454870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4120451297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gridSpan="4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1730842025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569810502"/>
                  </a:ext>
                </a:extLst>
              </a:tr>
            </a:tbl>
          </a:graphicData>
        </a:graphic>
      </p:graphicFrame>
      <p:graphicFrame>
        <p:nvGraphicFramePr>
          <p:cNvPr id="258" name="Table 257">
            <a:extLst>
              <a:ext uri="{FF2B5EF4-FFF2-40B4-BE49-F238E27FC236}">
                <a16:creationId xmlns:a16="http://schemas.microsoft.com/office/drawing/2014/main" id="{DA0FFD7D-64A1-20E8-63C1-26E571DFBD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92519"/>
              </p:ext>
            </p:extLst>
          </p:nvPr>
        </p:nvGraphicFramePr>
        <p:xfrm>
          <a:off x="7798819" y="1349449"/>
          <a:ext cx="2251200" cy="20669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120">
                  <a:extLst>
                    <a:ext uri="{9D8B030D-6E8A-4147-A177-3AD203B41FA5}">
                      <a16:colId xmlns:a16="http://schemas.microsoft.com/office/drawing/2014/main" val="2082667737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932144368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3957191985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75987270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3480650461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932773959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300796656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508619964"/>
                    </a:ext>
                  </a:extLst>
                </a:gridCol>
                <a:gridCol w="450240">
                  <a:extLst>
                    <a:ext uri="{9D8B030D-6E8A-4147-A177-3AD203B41FA5}">
                      <a16:colId xmlns:a16="http://schemas.microsoft.com/office/drawing/2014/main" val="3236450095"/>
                    </a:ext>
                  </a:extLst>
                </a:gridCol>
              </a:tblGrid>
              <a:tr h="229658">
                <a:tc grid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rowSpan="2"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551304928"/>
                  </a:ext>
                </a:extLst>
              </a:tr>
              <a:tr h="229658">
                <a:tc grid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2348870361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3570964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1481483129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rowSpan="3" h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546399253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459454870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4120451297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gridSpan="4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1730842025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569810502"/>
                  </a:ext>
                </a:extLst>
              </a:tr>
            </a:tbl>
          </a:graphicData>
        </a:graphic>
      </p:graphicFrame>
      <p:sp>
        <p:nvSpPr>
          <p:cNvPr id="259" name="Freeform: Shape 258">
            <a:extLst>
              <a:ext uri="{FF2B5EF4-FFF2-40B4-BE49-F238E27FC236}">
                <a16:creationId xmlns:a16="http://schemas.microsoft.com/office/drawing/2014/main" id="{56E215DD-661D-BF69-0D87-B2D955C99929}"/>
              </a:ext>
            </a:extLst>
          </p:cNvPr>
          <p:cNvSpPr/>
          <p:nvPr/>
        </p:nvSpPr>
        <p:spPr>
          <a:xfrm>
            <a:off x="7807963" y="1372003"/>
            <a:ext cx="972939" cy="2031739"/>
          </a:xfrm>
          <a:custGeom>
            <a:avLst/>
            <a:gdLst>
              <a:gd name="connsiteX0" fmla="*/ 647700 w 647700"/>
              <a:gd name="connsiteY0" fmla="*/ 0 h 1346200"/>
              <a:gd name="connsiteX1" fmla="*/ 488950 w 647700"/>
              <a:gd name="connsiteY1" fmla="*/ 95250 h 1346200"/>
              <a:gd name="connsiteX2" fmla="*/ 361950 w 647700"/>
              <a:gd name="connsiteY2" fmla="*/ 457200 h 1346200"/>
              <a:gd name="connsiteX3" fmla="*/ 387350 w 647700"/>
              <a:gd name="connsiteY3" fmla="*/ 742950 h 1346200"/>
              <a:gd name="connsiteX4" fmla="*/ 279400 w 647700"/>
              <a:gd name="connsiteY4" fmla="*/ 927100 h 1346200"/>
              <a:gd name="connsiteX5" fmla="*/ 152400 w 647700"/>
              <a:gd name="connsiteY5" fmla="*/ 1066800 h 1346200"/>
              <a:gd name="connsiteX6" fmla="*/ 31750 w 647700"/>
              <a:gd name="connsiteY6" fmla="*/ 1238250 h 1346200"/>
              <a:gd name="connsiteX7" fmla="*/ 12700 w 647700"/>
              <a:gd name="connsiteY7" fmla="*/ 1346200 h 1346200"/>
              <a:gd name="connsiteX8" fmla="*/ 12700 w 647700"/>
              <a:gd name="connsiteY8" fmla="*/ 1346200 h 1346200"/>
              <a:gd name="connsiteX9" fmla="*/ 0 w 647700"/>
              <a:gd name="connsiteY9" fmla="*/ 1339850 h 1346200"/>
              <a:gd name="connsiteX0" fmla="*/ 647700 w 647700"/>
              <a:gd name="connsiteY0" fmla="*/ 0 h 1346200"/>
              <a:gd name="connsiteX1" fmla="*/ 488950 w 647700"/>
              <a:gd name="connsiteY1" fmla="*/ 95250 h 1346200"/>
              <a:gd name="connsiteX2" fmla="*/ 361950 w 647700"/>
              <a:gd name="connsiteY2" fmla="*/ 457200 h 1346200"/>
              <a:gd name="connsiteX3" fmla="*/ 387350 w 647700"/>
              <a:gd name="connsiteY3" fmla="*/ 742950 h 1346200"/>
              <a:gd name="connsiteX4" fmla="*/ 279400 w 647700"/>
              <a:gd name="connsiteY4" fmla="*/ 927100 h 1346200"/>
              <a:gd name="connsiteX5" fmla="*/ 338521 w 647700"/>
              <a:gd name="connsiteY5" fmla="*/ 1119750 h 1346200"/>
              <a:gd name="connsiteX6" fmla="*/ 31750 w 647700"/>
              <a:gd name="connsiteY6" fmla="*/ 1238250 h 1346200"/>
              <a:gd name="connsiteX7" fmla="*/ 12700 w 647700"/>
              <a:gd name="connsiteY7" fmla="*/ 1346200 h 1346200"/>
              <a:gd name="connsiteX8" fmla="*/ 12700 w 647700"/>
              <a:gd name="connsiteY8" fmla="*/ 1346200 h 1346200"/>
              <a:gd name="connsiteX9" fmla="*/ 0 w 647700"/>
              <a:gd name="connsiteY9" fmla="*/ 1339850 h 1346200"/>
              <a:gd name="connsiteX0" fmla="*/ 647700 w 647700"/>
              <a:gd name="connsiteY0" fmla="*/ 0 h 1346200"/>
              <a:gd name="connsiteX1" fmla="*/ 488950 w 647700"/>
              <a:gd name="connsiteY1" fmla="*/ 95250 h 1346200"/>
              <a:gd name="connsiteX2" fmla="*/ 361950 w 647700"/>
              <a:gd name="connsiteY2" fmla="*/ 457200 h 1346200"/>
              <a:gd name="connsiteX3" fmla="*/ 387350 w 647700"/>
              <a:gd name="connsiteY3" fmla="*/ 742950 h 1346200"/>
              <a:gd name="connsiteX4" fmla="*/ 279400 w 647700"/>
              <a:gd name="connsiteY4" fmla="*/ 927100 h 1346200"/>
              <a:gd name="connsiteX5" fmla="*/ 338521 w 647700"/>
              <a:gd name="connsiteY5" fmla="*/ 1119750 h 1346200"/>
              <a:gd name="connsiteX6" fmla="*/ 441216 w 647700"/>
              <a:gd name="connsiteY6" fmla="*/ 1166047 h 1346200"/>
              <a:gd name="connsiteX7" fmla="*/ 12700 w 647700"/>
              <a:gd name="connsiteY7" fmla="*/ 1346200 h 1346200"/>
              <a:gd name="connsiteX8" fmla="*/ 12700 w 647700"/>
              <a:gd name="connsiteY8" fmla="*/ 1346200 h 1346200"/>
              <a:gd name="connsiteX9" fmla="*/ 0 w 647700"/>
              <a:gd name="connsiteY9" fmla="*/ 1339850 h 1346200"/>
              <a:gd name="connsiteX0" fmla="*/ 635000 w 635000"/>
              <a:gd name="connsiteY0" fmla="*/ 0 h 1346200"/>
              <a:gd name="connsiteX1" fmla="*/ 476250 w 635000"/>
              <a:gd name="connsiteY1" fmla="*/ 95250 h 1346200"/>
              <a:gd name="connsiteX2" fmla="*/ 349250 w 635000"/>
              <a:gd name="connsiteY2" fmla="*/ 457200 h 1346200"/>
              <a:gd name="connsiteX3" fmla="*/ 374650 w 635000"/>
              <a:gd name="connsiteY3" fmla="*/ 742950 h 1346200"/>
              <a:gd name="connsiteX4" fmla="*/ 266700 w 635000"/>
              <a:gd name="connsiteY4" fmla="*/ 927100 h 1346200"/>
              <a:gd name="connsiteX5" fmla="*/ 325821 w 635000"/>
              <a:gd name="connsiteY5" fmla="*/ 1119750 h 1346200"/>
              <a:gd name="connsiteX6" fmla="*/ 428516 w 635000"/>
              <a:gd name="connsiteY6" fmla="*/ 1166047 h 1346200"/>
              <a:gd name="connsiteX7" fmla="*/ 0 w 635000"/>
              <a:gd name="connsiteY7" fmla="*/ 1346200 h 1346200"/>
              <a:gd name="connsiteX8" fmla="*/ 0 w 635000"/>
              <a:gd name="connsiteY8" fmla="*/ 1346200 h 1346200"/>
              <a:gd name="connsiteX9" fmla="*/ 592193 w 635000"/>
              <a:gd name="connsiteY9" fmla="*/ 1200256 h 1346200"/>
              <a:gd name="connsiteX0" fmla="*/ 635000 w 635000"/>
              <a:gd name="connsiteY0" fmla="*/ 0 h 1346200"/>
              <a:gd name="connsiteX1" fmla="*/ 476250 w 635000"/>
              <a:gd name="connsiteY1" fmla="*/ 95250 h 1346200"/>
              <a:gd name="connsiteX2" fmla="*/ 349250 w 635000"/>
              <a:gd name="connsiteY2" fmla="*/ 457200 h 1346200"/>
              <a:gd name="connsiteX3" fmla="*/ 374650 w 635000"/>
              <a:gd name="connsiteY3" fmla="*/ 742950 h 1346200"/>
              <a:gd name="connsiteX4" fmla="*/ 266700 w 635000"/>
              <a:gd name="connsiteY4" fmla="*/ 927100 h 1346200"/>
              <a:gd name="connsiteX5" fmla="*/ 325821 w 635000"/>
              <a:gd name="connsiteY5" fmla="*/ 1119750 h 1346200"/>
              <a:gd name="connsiteX6" fmla="*/ 428516 w 635000"/>
              <a:gd name="connsiteY6" fmla="*/ 1166047 h 1346200"/>
              <a:gd name="connsiteX7" fmla="*/ 0 w 635000"/>
              <a:gd name="connsiteY7" fmla="*/ 1346200 h 1346200"/>
              <a:gd name="connsiteX8" fmla="*/ 592193 w 635000"/>
              <a:gd name="connsiteY8" fmla="*/ 1200256 h 1346200"/>
              <a:gd name="connsiteX0" fmla="*/ 369366 w 369366"/>
              <a:gd name="connsiteY0" fmla="*/ 0 h 1200256"/>
              <a:gd name="connsiteX1" fmla="*/ 210616 w 369366"/>
              <a:gd name="connsiteY1" fmla="*/ 95250 h 1200256"/>
              <a:gd name="connsiteX2" fmla="*/ 83616 w 369366"/>
              <a:gd name="connsiteY2" fmla="*/ 457200 h 1200256"/>
              <a:gd name="connsiteX3" fmla="*/ 109016 w 369366"/>
              <a:gd name="connsiteY3" fmla="*/ 742950 h 1200256"/>
              <a:gd name="connsiteX4" fmla="*/ 1066 w 369366"/>
              <a:gd name="connsiteY4" fmla="*/ 927100 h 1200256"/>
              <a:gd name="connsiteX5" fmla="*/ 60187 w 369366"/>
              <a:gd name="connsiteY5" fmla="*/ 1119750 h 1200256"/>
              <a:gd name="connsiteX6" fmla="*/ 162882 w 369366"/>
              <a:gd name="connsiteY6" fmla="*/ 1166047 h 1200256"/>
              <a:gd name="connsiteX7" fmla="*/ 326559 w 369366"/>
              <a:gd name="connsiteY7" fmla="*/ 1200256 h 1200256"/>
              <a:gd name="connsiteX0" fmla="*/ 290265 w 326559"/>
              <a:gd name="connsiteY0" fmla="*/ 0 h 1219510"/>
              <a:gd name="connsiteX1" fmla="*/ 210616 w 326559"/>
              <a:gd name="connsiteY1" fmla="*/ 114504 h 1219510"/>
              <a:gd name="connsiteX2" fmla="*/ 83616 w 326559"/>
              <a:gd name="connsiteY2" fmla="*/ 476454 h 1219510"/>
              <a:gd name="connsiteX3" fmla="*/ 109016 w 326559"/>
              <a:gd name="connsiteY3" fmla="*/ 762204 h 1219510"/>
              <a:gd name="connsiteX4" fmla="*/ 1066 w 326559"/>
              <a:gd name="connsiteY4" fmla="*/ 946354 h 1219510"/>
              <a:gd name="connsiteX5" fmla="*/ 60187 w 326559"/>
              <a:gd name="connsiteY5" fmla="*/ 1139004 h 1219510"/>
              <a:gd name="connsiteX6" fmla="*/ 162882 w 326559"/>
              <a:gd name="connsiteY6" fmla="*/ 1185301 h 1219510"/>
              <a:gd name="connsiteX7" fmla="*/ 326559 w 326559"/>
              <a:gd name="connsiteY7" fmla="*/ 1219510 h 1219510"/>
              <a:gd name="connsiteX0" fmla="*/ 472105 w 508399"/>
              <a:gd name="connsiteY0" fmla="*/ 0 h 1255467"/>
              <a:gd name="connsiteX1" fmla="*/ 392456 w 508399"/>
              <a:gd name="connsiteY1" fmla="*/ 114504 h 1255467"/>
              <a:gd name="connsiteX2" fmla="*/ 265456 w 508399"/>
              <a:gd name="connsiteY2" fmla="*/ 476454 h 1255467"/>
              <a:gd name="connsiteX3" fmla="*/ 290856 w 508399"/>
              <a:gd name="connsiteY3" fmla="*/ 762204 h 1255467"/>
              <a:gd name="connsiteX4" fmla="*/ 182906 w 508399"/>
              <a:gd name="connsiteY4" fmla="*/ 946354 h 1255467"/>
              <a:gd name="connsiteX5" fmla="*/ 242027 w 508399"/>
              <a:gd name="connsiteY5" fmla="*/ 1139004 h 1255467"/>
              <a:gd name="connsiteX6" fmla="*/ 5237 w 508399"/>
              <a:gd name="connsiteY6" fmla="*/ 1253328 h 1255467"/>
              <a:gd name="connsiteX7" fmla="*/ 508399 w 508399"/>
              <a:gd name="connsiteY7" fmla="*/ 1219510 h 1255467"/>
              <a:gd name="connsiteX0" fmla="*/ 948508 w 948508"/>
              <a:gd name="connsiteY0" fmla="*/ 0 h 1374118"/>
              <a:gd name="connsiteX1" fmla="*/ 868859 w 948508"/>
              <a:gd name="connsiteY1" fmla="*/ 114504 h 1374118"/>
              <a:gd name="connsiteX2" fmla="*/ 741859 w 948508"/>
              <a:gd name="connsiteY2" fmla="*/ 476454 h 1374118"/>
              <a:gd name="connsiteX3" fmla="*/ 767259 w 948508"/>
              <a:gd name="connsiteY3" fmla="*/ 762204 h 1374118"/>
              <a:gd name="connsiteX4" fmla="*/ 659309 w 948508"/>
              <a:gd name="connsiteY4" fmla="*/ 946354 h 1374118"/>
              <a:gd name="connsiteX5" fmla="*/ 718430 w 948508"/>
              <a:gd name="connsiteY5" fmla="*/ 1139004 h 1374118"/>
              <a:gd name="connsiteX6" fmla="*/ 481640 w 948508"/>
              <a:gd name="connsiteY6" fmla="*/ 1253328 h 1374118"/>
              <a:gd name="connsiteX7" fmla="*/ 2082 w 948508"/>
              <a:gd name="connsiteY7" fmla="*/ 1374118 h 1374118"/>
              <a:gd name="connsiteX0" fmla="*/ 952418 w 952418"/>
              <a:gd name="connsiteY0" fmla="*/ 0 h 1374118"/>
              <a:gd name="connsiteX1" fmla="*/ 872769 w 952418"/>
              <a:gd name="connsiteY1" fmla="*/ 114504 h 1374118"/>
              <a:gd name="connsiteX2" fmla="*/ 745769 w 952418"/>
              <a:gd name="connsiteY2" fmla="*/ 476454 h 1374118"/>
              <a:gd name="connsiteX3" fmla="*/ 771169 w 952418"/>
              <a:gd name="connsiteY3" fmla="*/ 762204 h 1374118"/>
              <a:gd name="connsiteX4" fmla="*/ 663219 w 952418"/>
              <a:gd name="connsiteY4" fmla="*/ 946354 h 1374118"/>
              <a:gd name="connsiteX5" fmla="*/ 722340 w 952418"/>
              <a:gd name="connsiteY5" fmla="*/ 1139004 h 1374118"/>
              <a:gd name="connsiteX6" fmla="*/ 208601 w 952418"/>
              <a:gd name="connsiteY6" fmla="*/ 1210038 h 1374118"/>
              <a:gd name="connsiteX7" fmla="*/ 5992 w 952418"/>
              <a:gd name="connsiteY7" fmla="*/ 1374118 h 1374118"/>
              <a:gd name="connsiteX0" fmla="*/ 950575 w 950575"/>
              <a:gd name="connsiteY0" fmla="*/ 0 h 1374118"/>
              <a:gd name="connsiteX1" fmla="*/ 870926 w 950575"/>
              <a:gd name="connsiteY1" fmla="*/ 114504 h 1374118"/>
              <a:gd name="connsiteX2" fmla="*/ 743926 w 950575"/>
              <a:gd name="connsiteY2" fmla="*/ 476454 h 1374118"/>
              <a:gd name="connsiteX3" fmla="*/ 769326 w 950575"/>
              <a:gd name="connsiteY3" fmla="*/ 762204 h 1374118"/>
              <a:gd name="connsiteX4" fmla="*/ 661376 w 950575"/>
              <a:gd name="connsiteY4" fmla="*/ 946354 h 1374118"/>
              <a:gd name="connsiteX5" fmla="*/ 309541 w 950575"/>
              <a:gd name="connsiteY5" fmla="*/ 1064792 h 1374118"/>
              <a:gd name="connsiteX6" fmla="*/ 206758 w 950575"/>
              <a:gd name="connsiteY6" fmla="*/ 1210038 h 1374118"/>
              <a:gd name="connsiteX7" fmla="*/ 4149 w 950575"/>
              <a:gd name="connsiteY7" fmla="*/ 1374118 h 1374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50575" h="1374118">
                <a:moveTo>
                  <a:pt x="950575" y="0"/>
                </a:moveTo>
                <a:cubicBezTo>
                  <a:pt x="895012" y="9525"/>
                  <a:pt x="905367" y="35095"/>
                  <a:pt x="870926" y="114504"/>
                </a:cubicBezTo>
                <a:cubicBezTo>
                  <a:pt x="836485" y="193913"/>
                  <a:pt x="760859" y="368504"/>
                  <a:pt x="743926" y="476454"/>
                </a:cubicBezTo>
                <a:cubicBezTo>
                  <a:pt x="726993" y="584404"/>
                  <a:pt x="783084" y="683887"/>
                  <a:pt x="769326" y="762204"/>
                </a:cubicBezTo>
                <a:cubicBezTo>
                  <a:pt x="755568" y="840521"/>
                  <a:pt x="738007" y="895923"/>
                  <a:pt x="661376" y="946354"/>
                </a:cubicBezTo>
                <a:cubicBezTo>
                  <a:pt x="584745" y="996785"/>
                  <a:pt x="385311" y="1020845"/>
                  <a:pt x="309541" y="1064792"/>
                </a:cubicBezTo>
                <a:cubicBezTo>
                  <a:pt x="233771" y="1108739"/>
                  <a:pt x="257657" y="1158484"/>
                  <a:pt x="206758" y="1210038"/>
                </a:cubicBezTo>
                <a:cubicBezTo>
                  <a:pt x="155859" y="1261592"/>
                  <a:pt x="-29950" y="1366991"/>
                  <a:pt x="4149" y="1374118"/>
                </a:cubicBezTo>
              </a:path>
            </a:pathLst>
          </a:custGeom>
          <a:noFill/>
          <a:ln w="762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66" name="Table 265">
            <a:extLst>
              <a:ext uri="{FF2B5EF4-FFF2-40B4-BE49-F238E27FC236}">
                <a16:creationId xmlns:a16="http://schemas.microsoft.com/office/drawing/2014/main" id="{16EACB3A-DA32-6DD4-74A7-BCDCDF77FB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3355717"/>
              </p:ext>
            </p:extLst>
          </p:nvPr>
        </p:nvGraphicFramePr>
        <p:xfrm>
          <a:off x="5432935" y="1362078"/>
          <a:ext cx="2251200" cy="20669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120">
                  <a:extLst>
                    <a:ext uri="{9D8B030D-6E8A-4147-A177-3AD203B41FA5}">
                      <a16:colId xmlns:a16="http://schemas.microsoft.com/office/drawing/2014/main" val="2082667737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932144368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3957191985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75987270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3480650461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932773959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300796656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508619964"/>
                    </a:ext>
                  </a:extLst>
                </a:gridCol>
                <a:gridCol w="450240">
                  <a:extLst>
                    <a:ext uri="{9D8B030D-6E8A-4147-A177-3AD203B41FA5}">
                      <a16:colId xmlns:a16="http://schemas.microsoft.com/office/drawing/2014/main" val="3236450095"/>
                    </a:ext>
                  </a:extLst>
                </a:gridCol>
              </a:tblGrid>
              <a:tr h="229658">
                <a:tc grid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rowSpan="2"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551304928"/>
                  </a:ext>
                </a:extLst>
              </a:tr>
              <a:tr h="229658">
                <a:tc grid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2348870361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3570964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1481483129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rowSpan="3" h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546399253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459454870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4120451297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gridSpan="4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1730842025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569810502"/>
                  </a:ext>
                </a:extLst>
              </a:tr>
            </a:tbl>
          </a:graphicData>
        </a:graphic>
      </p:graphicFrame>
      <p:sp>
        <p:nvSpPr>
          <p:cNvPr id="267" name="TextBox 266">
            <a:extLst>
              <a:ext uri="{FF2B5EF4-FFF2-40B4-BE49-F238E27FC236}">
                <a16:creationId xmlns:a16="http://schemas.microsoft.com/office/drawing/2014/main" id="{616A7043-CA6C-03E8-AF39-6872AEA6A343}"/>
              </a:ext>
            </a:extLst>
          </p:cNvPr>
          <p:cNvSpPr txBox="1"/>
          <p:nvPr/>
        </p:nvSpPr>
        <p:spPr>
          <a:xfrm>
            <a:off x="5853685" y="790836"/>
            <a:ext cx="1409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Depth grid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F3A2D602-532E-797B-321B-28E7D8C31134}"/>
              </a:ext>
            </a:extLst>
          </p:cNvPr>
          <p:cNvSpPr txBox="1"/>
          <p:nvPr/>
        </p:nvSpPr>
        <p:spPr>
          <a:xfrm>
            <a:off x="9949537" y="771545"/>
            <a:ext cx="2242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Flood volume map</a:t>
            </a:r>
          </a:p>
        </p:txBody>
      </p:sp>
      <p:graphicFrame>
        <p:nvGraphicFramePr>
          <p:cNvPr id="269" name="Table 268">
            <a:extLst>
              <a:ext uri="{FF2B5EF4-FFF2-40B4-BE49-F238E27FC236}">
                <a16:creationId xmlns:a16="http://schemas.microsoft.com/office/drawing/2014/main" id="{21944425-5030-C32D-A571-1697A24DC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096867"/>
              </p:ext>
            </p:extLst>
          </p:nvPr>
        </p:nvGraphicFramePr>
        <p:xfrm>
          <a:off x="9940800" y="1336820"/>
          <a:ext cx="2251200" cy="20669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120">
                  <a:extLst>
                    <a:ext uri="{9D8B030D-6E8A-4147-A177-3AD203B41FA5}">
                      <a16:colId xmlns:a16="http://schemas.microsoft.com/office/drawing/2014/main" val="2082667737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932144368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3957191985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75987270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3480650461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932773959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300796656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508619964"/>
                    </a:ext>
                  </a:extLst>
                </a:gridCol>
                <a:gridCol w="450240">
                  <a:extLst>
                    <a:ext uri="{9D8B030D-6E8A-4147-A177-3AD203B41FA5}">
                      <a16:colId xmlns:a16="http://schemas.microsoft.com/office/drawing/2014/main" val="3236450095"/>
                    </a:ext>
                  </a:extLst>
                </a:gridCol>
              </a:tblGrid>
              <a:tr h="229658">
                <a:tc grid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rowSpan="2"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551304928"/>
                  </a:ext>
                </a:extLst>
              </a:tr>
              <a:tr h="229658">
                <a:tc grid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2348870361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3570964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1481483129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rowSpan="3" h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546399253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459454870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4120451297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r>
                        <a:rPr lang="en-US" sz="1100" dirty="0"/>
                        <a:t>4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gridSpan="4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1730842025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569810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6723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218</Words>
  <Application>Microsoft Office PowerPoint</Application>
  <PresentationFormat>Widescreen</PresentationFormat>
  <Paragraphs>150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Craig Brinkerhoff</dc:creator>
  <cp:lastModifiedBy>Craig Brinkerhoff</cp:lastModifiedBy>
  <cp:revision>59</cp:revision>
  <dcterms:created xsi:type="dcterms:W3CDTF">2025-08-26T19:45:39Z</dcterms:created>
  <dcterms:modified xsi:type="dcterms:W3CDTF">2025-11-06T21:20:39Z</dcterms:modified>
</cp:coreProperties>
</file>